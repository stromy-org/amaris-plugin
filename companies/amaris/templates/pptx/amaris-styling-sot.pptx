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hangesInfos/changesInfo1.xml" ContentType="application/vnd.ms-powerpoint.changesinfo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4"/>
  </p:sldMasterIdLst>
  <p:notesMasterIdLst>
    <p:notesMasterId r:id="rId28"/>
  </p:notesMasterIdLst>
  <p:handoutMasterIdLst>
    <p:handoutMasterId r:id="rId29"/>
  </p:handoutMasterIdLst>
  <p:sldIdLst/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Cover Slides" id="{4E3D2D04-059E-4E90-BA84-504F70AC1C72}">
          <p14:sldIdLst/>
        </p14:section>
        <p14:section name="Summary" id="{B914C52D-5362-499D-B7DC-08D502361530}">
          <p14:sldIdLst>
            <p14:sldId id="257"/>
            <p14:sldId id="668"/>
            <p14:sldId id="259"/>
            <p14:sldId id="264"/>
            <p14:sldId id="663"/>
            <p14:sldId id="667"/>
            <p14:sldId id="651"/>
            <p14:sldId id="261"/>
            <p14:sldId id="652"/>
            <p14:sldId id="653"/>
            <p14:sldId id="654"/>
            <p14:sldId id="655"/>
            <p14:sldId id="656"/>
            <p14:sldId id="433"/>
            <p14:sldId id="657"/>
            <p14:sldId id="665"/>
            <p14:sldId id="661"/>
            <p14:sldId id="666"/>
            <p14:sldId id="734"/>
            <p14:sldId id="641"/>
            <p14:sldId id="664"/>
            <p14:sldId id="659"/>
            <p14:sldId id="662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83" userDrawn="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28DA34E-4437-CE67-BA51-59973D029D66}" name="Chichinato,Orsetta,ES-Esplugues Llobregat" initials="OC" userId="S::Orsetta.Chichinato@nestle.com::5f03568e-2792-4213-a8f4-2616744ea8d5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72774"/>
    <a:srgbClr val="F5E2DA"/>
    <a:srgbClr val="D4D4E3"/>
    <a:srgbClr val="525190"/>
    <a:srgbClr val="7D7DAC"/>
    <a:srgbClr val="F39D4F"/>
    <a:srgbClr val="ED6825"/>
    <a:srgbClr val="757070"/>
    <a:srgbClr val="000000"/>
    <a:srgbClr val="F082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B61C9E5-4F05-6C1D-62D5-5CA8EB85C979}" v="186" dt="2026-09-17T12:37:50.086"/>
    <p1510:client id="{AB9BB31B-F73D-4C79-8D3F-7396FB419587}" v="717" dt="2026-09-17T13:09:52.10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75760" autoAdjust="0"/>
  </p:normalViewPr>
  <p:slideViewPr>
    <p:cSldViewPr snapToGrid="0">
      <p:cViewPr>
        <p:scale>
          <a:sx n="10" d="100"/>
          <a:sy n="10" d="100"/>
        </p:scale>
        <p:origin x="2260" y="1196"/>
      </p:cViewPr>
      <p:guideLst>
        <p:guide orient="horz" pos="2183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28" Type="http://schemas.openxmlformats.org/officeDocument/2006/relationships/notesMaster" Target="notesMasters/notesMaster1.xml"/><Relationship Id="rId29" Type="http://schemas.openxmlformats.org/officeDocument/2006/relationships/handoutMaster" Target="handoutMasters/handout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Relationship Id="rId34" Type="http://schemas.microsoft.com/office/2016/11/relationships/changesInfo" Target="changesInfos/changesInfo1.xml"/><Relationship Id="rId35" Type="http://schemas.microsoft.com/office/2015/10/relationships/revisionInfo" Target="revisionInfo.xml"/><Relationship Id="rId36" Type="http://schemas.microsoft.com/office/2018/10/relationships/authors" Target="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LMÚDESI María Rebeca" userId="S::mariarebeca.elmudesi@amaris.com::e7be1e70-0af8-4ef1-bd39-e39be7fa3a6e" providerId="AD" clId="Web-{6B61C9E5-4F05-6C1D-62D5-5CA8EB85C979}"/>
    <pc:docChg chg="delSld modSld modSection">
      <pc:chgData name="ELMÚDESI María Rebeca" userId="S::mariarebeca.elmudesi@amaris.com::e7be1e70-0af8-4ef1-bd39-e39be7fa3a6e" providerId="AD" clId="Web-{6B61C9E5-4F05-6C1D-62D5-5CA8EB85C979}" dt="2026-09-17T12:37:50.086" v="166"/>
      <pc:docMkLst>
        <pc:docMk/>
      </pc:docMkLst>
      <pc:sldChg chg="modSp">
        <pc:chgData name="ELMÚDESI María Rebeca" userId="S::mariarebeca.elmudesi@amaris.com::e7be1e70-0af8-4ef1-bd39-e39be7fa3a6e" providerId="AD" clId="Web-{6B61C9E5-4F05-6C1D-62D5-5CA8EB85C979}" dt="2026-09-17T12:34:18.205" v="9" actId="20577"/>
        <pc:sldMkLst>
          <pc:docMk/>
          <pc:sldMk cId="1042655760" sldId="257"/>
        </pc:sldMkLst>
        <pc:spChg chg="mod">
          <ac:chgData name="ELMÚDESI María Rebeca" userId="S::mariarebeca.elmudesi@amaris.com::e7be1e70-0af8-4ef1-bd39-e39be7fa3a6e" providerId="AD" clId="Web-{6B61C9E5-4F05-6C1D-62D5-5CA8EB85C979}" dt="2026-09-17T12:33:33.218" v="1" actId="20577"/>
          <ac:spMkLst>
            <pc:docMk/>
            <pc:sldMk cId="1042655760" sldId="257"/>
            <ac:spMk id="9" creationId="{00000000-0000-0000-0000-000000000000}"/>
          </ac:spMkLst>
        </pc:spChg>
        <pc:spChg chg="mod">
          <ac:chgData name="ELMÚDESI María Rebeca" userId="S::mariarebeca.elmudesi@amaris.com::e7be1e70-0af8-4ef1-bd39-e39be7fa3a6e" providerId="AD" clId="Web-{6B61C9E5-4F05-6C1D-62D5-5CA8EB85C979}" dt="2026-09-17T12:34:18.205" v="9" actId="20577"/>
          <ac:spMkLst>
            <pc:docMk/>
            <pc:sldMk cId="1042655760" sldId="257"/>
            <ac:spMk id="10" creationId="{00000000-0000-0000-0000-000000000000}"/>
          </ac:spMkLst>
        </pc:spChg>
      </pc:sldChg>
      <pc:sldChg chg="addSp delSp modSp del">
        <pc:chgData name="ELMÚDESI María Rebeca" userId="S::mariarebeca.elmudesi@amaris.com::e7be1e70-0af8-4ef1-bd39-e39be7fa3a6e" providerId="AD" clId="Web-{6B61C9E5-4F05-6C1D-62D5-5CA8EB85C979}" dt="2026-09-17T12:34:54.018" v="23"/>
        <pc:sldMkLst>
          <pc:docMk/>
          <pc:sldMk cId="3313318770" sldId="649"/>
        </pc:sldMkLst>
        <pc:picChg chg="add del mod">
          <ac:chgData name="ELMÚDESI María Rebeca" userId="S::mariarebeca.elmudesi@amaris.com::e7be1e70-0af8-4ef1-bd39-e39be7fa3a6e" providerId="AD" clId="Web-{6B61C9E5-4F05-6C1D-62D5-5CA8EB85C979}" dt="2026-09-17T12:34:46.284" v="22"/>
          <ac:picMkLst>
            <pc:docMk/>
            <pc:sldMk cId="3313318770" sldId="649"/>
            <ac:picMk id="5" creationId="{3AD70169-8547-D6CF-42B1-E4860894A8F6}"/>
          </ac:picMkLst>
        </pc:picChg>
      </pc:sldChg>
      <pc:sldChg chg="modSp">
        <pc:chgData name="ELMÚDESI María Rebeca" userId="S::mariarebeca.elmudesi@amaris.com::e7be1e70-0af8-4ef1-bd39-e39be7fa3a6e" providerId="AD" clId="Web-{6B61C9E5-4F05-6C1D-62D5-5CA8EB85C979}" dt="2026-09-17T12:35:57.692" v="87" actId="1076"/>
        <pc:sldMkLst>
          <pc:docMk/>
          <pc:sldMk cId="675073142" sldId="651"/>
        </pc:sldMkLst>
        <pc:spChg chg="mod">
          <ac:chgData name="ELMÚDESI María Rebeca" userId="S::mariarebeca.elmudesi@amaris.com::e7be1e70-0af8-4ef1-bd39-e39be7fa3a6e" providerId="AD" clId="Web-{6B61C9E5-4F05-6C1D-62D5-5CA8EB85C979}" dt="2026-09-17T12:35:57.552" v="72" actId="1076"/>
          <ac:spMkLst>
            <pc:docMk/>
            <pc:sldMk cId="675073142" sldId="651"/>
            <ac:spMk id="6" creationId="{B88952BE-9A83-E892-9091-1E3355A72C49}"/>
          </ac:spMkLst>
        </pc:spChg>
        <pc:spChg chg="mod">
          <ac:chgData name="ELMÚDESI María Rebeca" userId="S::mariarebeca.elmudesi@amaris.com::e7be1e70-0af8-4ef1-bd39-e39be7fa3a6e" providerId="AD" clId="Web-{6B61C9E5-4F05-6C1D-62D5-5CA8EB85C979}" dt="2026-09-17T12:35:57.567" v="73" actId="1076"/>
          <ac:spMkLst>
            <pc:docMk/>
            <pc:sldMk cId="675073142" sldId="651"/>
            <ac:spMk id="8" creationId="{09EEBF8F-B516-FA3B-2AA1-9403141D4D32}"/>
          </ac:spMkLst>
        </pc:spChg>
        <pc:spChg chg="mod">
          <ac:chgData name="ELMÚDESI María Rebeca" userId="S::mariarebeca.elmudesi@amaris.com::e7be1e70-0af8-4ef1-bd39-e39be7fa3a6e" providerId="AD" clId="Web-{6B61C9E5-4F05-6C1D-62D5-5CA8EB85C979}" dt="2026-09-17T12:35:57.583" v="74" actId="1076"/>
          <ac:spMkLst>
            <pc:docMk/>
            <pc:sldMk cId="675073142" sldId="651"/>
            <ac:spMk id="10" creationId="{FD4E6EC8-2869-8230-6358-3ED0B0306153}"/>
          </ac:spMkLst>
        </pc:spChg>
        <pc:spChg chg="mod">
          <ac:chgData name="ELMÚDESI María Rebeca" userId="S::mariarebeca.elmudesi@amaris.com::e7be1e70-0af8-4ef1-bd39-e39be7fa3a6e" providerId="AD" clId="Web-{6B61C9E5-4F05-6C1D-62D5-5CA8EB85C979}" dt="2026-09-17T12:35:57.599" v="76" actId="1076"/>
          <ac:spMkLst>
            <pc:docMk/>
            <pc:sldMk cId="675073142" sldId="651"/>
            <ac:spMk id="14" creationId="{70F31F2A-428A-8DCA-A022-FAE6303F96A4}"/>
          </ac:spMkLst>
        </pc:spChg>
        <pc:spChg chg="mod">
          <ac:chgData name="ELMÚDESI María Rebeca" userId="S::mariarebeca.elmudesi@amaris.com::e7be1e70-0af8-4ef1-bd39-e39be7fa3a6e" providerId="AD" clId="Web-{6B61C9E5-4F05-6C1D-62D5-5CA8EB85C979}" dt="2026-09-17T12:35:57.599" v="77" actId="1076"/>
          <ac:spMkLst>
            <pc:docMk/>
            <pc:sldMk cId="675073142" sldId="651"/>
            <ac:spMk id="16" creationId="{DAF2641A-7943-DA30-92D8-3EDB3507DDB5}"/>
          </ac:spMkLst>
        </pc:spChg>
        <pc:spChg chg="mod">
          <ac:chgData name="ELMÚDESI María Rebeca" userId="S::mariarebeca.elmudesi@amaris.com::e7be1e70-0af8-4ef1-bd39-e39be7fa3a6e" providerId="AD" clId="Web-{6B61C9E5-4F05-6C1D-62D5-5CA8EB85C979}" dt="2026-09-17T12:35:57.614" v="78" actId="1076"/>
          <ac:spMkLst>
            <pc:docMk/>
            <pc:sldMk cId="675073142" sldId="651"/>
            <ac:spMk id="18" creationId="{CDA10CD2-B085-298D-D232-627B07150455}"/>
          </ac:spMkLst>
        </pc:spChg>
        <pc:spChg chg="mod">
          <ac:chgData name="ELMÚDESI María Rebeca" userId="S::mariarebeca.elmudesi@amaris.com::e7be1e70-0af8-4ef1-bd39-e39be7fa3a6e" providerId="AD" clId="Web-{6B61C9E5-4F05-6C1D-62D5-5CA8EB85C979}" dt="2026-09-17T12:35:57.630" v="79" actId="1076"/>
          <ac:spMkLst>
            <pc:docMk/>
            <pc:sldMk cId="675073142" sldId="651"/>
            <ac:spMk id="20" creationId="{21B9548D-B4A1-F1FE-3C97-EE5FDACD3E67}"/>
          </ac:spMkLst>
        </pc:spChg>
        <pc:spChg chg="mod">
          <ac:chgData name="ELMÚDESI María Rebeca" userId="S::mariarebeca.elmudesi@amaris.com::e7be1e70-0af8-4ef1-bd39-e39be7fa3a6e" providerId="AD" clId="Web-{6B61C9E5-4F05-6C1D-62D5-5CA8EB85C979}" dt="2026-09-17T12:35:57.645" v="81" actId="1076"/>
          <ac:spMkLst>
            <pc:docMk/>
            <pc:sldMk cId="675073142" sldId="651"/>
            <ac:spMk id="24" creationId="{43CF2A88-7F2B-5D3F-1367-FF5EB915A586}"/>
          </ac:spMkLst>
        </pc:spChg>
        <pc:spChg chg="mod">
          <ac:chgData name="ELMÚDESI María Rebeca" userId="S::mariarebeca.elmudesi@amaris.com::e7be1e70-0af8-4ef1-bd39-e39be7fa3a6e" providerId="AD" clId="Web-{6B61C9E5-4F05-6C1D-62D5-5CA8EB85C979}" dt="2026-09-17T12:35:57.645" v="82" actId="1076"/>
          <ac:spMkLst>
            <pc:docMk/>
            <pc:sldMk cId="675073142" sldId="651"/>
            <ac:spMk id="26" creationId="{4AFEF2E5-2924-9156-EAA7-AD5F3766918E}"/>
          </ac:spMkLst>
        </pc:spChg>
        <pc:spChg chg="mod">
          <ac:chgData name="ELMÚDESI María Rebeca" userId="S::mariarebeca.elmudesi@amaris.com::e7be1e70-0af8-4ef1-bd39-e39be7fa3a6e" providerId="AD" clId="Web-{6B61C9E5-4F05-6C1D-62D5-5CA8EB85C979}" dt="2026-09-17T12:35:57.661" v="83" actId="1076"/>
          <ac:spMkLst>
            <pc:docMk/>
            <pc:sldMk cId="675073142" sldId="651"/>
            <ac:spMk id="28" creationId="{A1F65161-5F09-70CE-E6C9-B6E101C33651}"/>
          </ac:spMkLst>
        </pc:spChg>
        <pc:spChg chg="mod">
          <ac:chgData name="ELMÚDESI María Rebeca" userId="S::mariarebeca.elmudesi@amaris.com::e7be1e70-0af8-4ef1-bd39-e39be7fa3a6e" providerId="AD" clId="Web-{6B61C9E5-4F05-6C1D-62D5-5CA8EB85C979}" dt="2026-09-17T12:35:57.677" v="84" actId="1076"/>
          <ac:spMkLst>
            <pc:docMk/>
            <pc:sldMk cId="675073142" sldId="651"/>
            <ac:spMk id="30" creationId="{EDC00FF4-C472-2EF9-DBF9-EE4F20667D3D}"/>
          </ac:spMkLst>
        </pc:spChg>
        <pc:spChg chg="mod">
          <ac:chgData name="ELMÚDESI María Rebeca" userId="S::mariarebeca.elmudesi@amaris.com::e7be1e70-0af8-4ef1-bd39-e39be7fa3a6e" providerId="AD" clId="Web-{6B61C9E5-4F05-6C1D-62D5-5CA8EB85C979}" dt="2026-09-17T12:35:57.692" v="86" actId="1076"/>
          <ac:spMkLst>
            <pc:docMk/>
            <pc:sldMk cId="675073142" sldId="651"/>
            <ac:spMk id="34" creationId="{96EB67C3-B896-CE12-F13F-4852667B08A8}"/>
          </ac:spMkLst>
        </pc:spChg>
        <pc:spChg chg="mod">
          <ac:chgData name="ELMÚDESI María Rebeca" userId="S::mariarebeca.elmudesi@amaris.com::e7be1e70-0af8-4ef1-bd39-e39be7fa3a6e" providerId="AD" clId="Web-{6B61C9E5-4F05-6C1D-62D5-5CA8EB85C979}" dt="2026-09-17T12:35:57.692" v="87" actId="1076"/>
          <ac:spMkLst>
            <pc:docMk/>
            <pc:sldMk cId="675073142" sldId="651"/>
            <ac:spMk id="36" creationId="{E8AE21CB-7020-00EA-32D8-08464C21FC88}"/>
          </ac:spMkLst>
        </pc:spChg>
        <pc:picChg chg="mod">
          <ac:chgData name="ELMÚDESI María Rebeca" userId="S::mariarebeca.elmudesi@amaris.com::e7be1e70-0af8-4ef1-bd39-e39be7fa3a6e" providerId="AD" clId="Web-{6B61C9E5-4F05-6C1D-62D5-5CA8EB85C979}" dt="2026-09-17T12:35:57.583" v="75" actId="1076"/>
          <ac:picMkLst>
            <pc:docMk/>
            <pc:sldMk cId="675073142" sldId="651"/>
            <ac:picMk id="12" creationId="{415CAD7E-AB51-1B79-6954-3A730C0CE7E0}"/>
          </ac:picMkLst>
        </pc:picChg>
        <pc:picChg chg="mod">
          <ac:chgData name="ELMÚDESI María Rebeca" userId="S::mariarebeca.elmudesi@amaris.com::e7be1e70-0af8-4ef1-bd39-e39be7fa3a6e" providerId="AD" clId="Web-{6B61C9E5-4F05-6C1D-62D5-5CA8EB85C979}" dt="2026-09-17T12:35:57.630" v="80" actId="1076"/>
          <ac:picMkLst>
            <pc:docMk/>
            <pc:sldMk cId="675073142" sldId="651"/>
            <ac:picMk id="22" creationId="{1AAC22B5-B4E7-D810-651B-E7CB6D6D9688}"/>
          </ac:picMkLst>
        </pc:picChg>
        <pc:picChg chg="mod">
          <ac:chgData name="ELMÚDESI María Rebeca" userId="S::mariarebeca.elmudesi@amaris.com::e7be1e70-0af8-4ef1-bd39-e39be7fa3a6e" providerId="AD" clId="Web-{6B61C9E5-4F05-6C1D-62D5-5CA8EB85C979}" dt="2026-09-17T12:35:57.677" v="85" actId="1076"/>
          <ac:picMkLst>
            <pc:docMk/>
            <pc:sldMk cId="675073142" sldId="651"/>
            <ac:picMk id="32" creationId="{B6259567-5CB8-C6F3-3B35-0446AE528DF1}"/>
          </ac:picMkLst>
        </pc:picChg>
      </pc:sldChg>
      <pc:sldChg chg="delSp modSp">
        <pc:chgData name="ELMÚDESI María Rebeca" userId="S::mariarebeca.elmudesi@amaris.com::e7be1e70-0af8-4ef1-bd39-e39be7fa3a6e" providerId="AD" clId="Web-{6B61C9E5-4F05-6C1D-62D5-5CA8EB85C979}" dt="2026-09-17T12:36:14.802" v="99" actId="20577"/>
        <pc:sldMkLst>
          <pc:docMk/>
          <pc:sldMk cId="3628890597" sldId="652"/>
        </pc:sldMkLst>
        <pc:spChg chg="mod">
          <ac:chgData name="ELMÚDESI María Rebeca" userId="S::mariarebeca.elmudesi@amaris.com::e7be1e70-0af8-4ef1-bd39-e39be7fa3a6e" providerId="AD" clId="Web-{6B61C9E5-4F05-6C1D-62D5-5CA8EB85C979}" dt="2026-09-17T12:35:45.786" v="71" actId="20577"/>
          <ac:spMkLst>
            <pc:docMk/>
            <pc:sldMk cId="3628890597" sldId="652"/>
            <ac:spMk id="5" creationId="{E77A00FD-5849-6FBE-CCDB-6BBAB6E76AE9}"/>
          </ac:spMkLst>
        </pc:spChg>
        <pc:spChg chg="mod">
          <ac:chgData name="ELMÚDESI María Rebeca" userId="S::mariarebeca.elmudesi@amaris.com::e7be1e70-0af8-4ef1-bd39-e39be7fa3a6e" providerId="AD" clId="Web-{6B61C9E5-4F05-6C1D-62D5-5CA8EB85C979}" dt="2026-09-17T12:36:04.411" v="88" actId="20577"/>
          <ac:spMkLst>
            <pc:docMk/>
            <pc:sldMk cId="3628890597" sldId="652"/>
            <ac:spMk id="13" creationId="{EE13C241-0FF8-E432-B9CE-72809FF48698}"/>
          </ac:spMkLst>
        </pc:spChg>
        <pc:spChg chg="mod">
          <ac:chgData name="ELMÚDESI María Rebeca" userId="S::mariarebeca.elmudesi@amaris.com::e7be1e70-0af8-4ef1-bd39-e39be7fa3a6e" providerId="AD" clId="Web-{6B61C9E5-4F05-6C1D-62D5-5CA8EB85C979}" dt="2026-09-17T12:36:10.521" v="94" actId="20577"/>
          <ac:spMkLst>
            <pc:docMk/>
            <pc:sldMk cId="3628890597" sldId="652"/>
            <ac:spMk id="21" creationId="{AC514E1D-0DC7-8D40-32EA-E0030DD7BD9B}"/>
          </ac:spMkLst>
        </pc:spChg>
        <pc:spChg chg="mod">
          <ac:chgData name="ELMÚDESI María Rebeca" userId="S::mariarebeca.elmudesi@amaris.com::e7be1e70-0af8-4ef1-bd39-e39be7fa3a6e" providerId="AD" clId="Web-{6B61C9E5-4F05-6C1D-62D5-5CA8EB85C979}" dt="2026-09-17T12:36:06.505" v="93" actId="20577"/>
          <ac:spMkLst>
            <pc:docMk/>
            <pc:sldMk cId="3628890597" sldId="652"/>
            <ac:spMk id="29" creationId="{D76ADCA0-BFA9-153B-2B51-FD22B4927FCC}"/>
          </ac:spMkLst>
        </pc:spChg>
        <pc:spChg chg="mod">
          <ac:chgData name="ELMÚDESI María Rebeca" userId="S::mariarebeca.elmudesi@amaris.com::e7be1e70-0af8-4ef1-bd39-e39be7fa3a6e" providerId="AD" clId="Web-{6B61C9E5-4F05-6C1D-62D5-5CA8EB85C979}" dt="2026-09-17T12:36:14.802" v="99" actId="20577"/>
          <ac:spMkLst>
            <pc:docMk/>
            <pc:sldMk cId="3628890597" sldId="652"/>
            <ac:spMk id="37" creationId="{D6B4AA66-6021-919E-6C37-AB1F26D2D6B6}"/>
          </ac:spMkLst>
        </pc:spChg>
        <pc:picChg chg="del">
          <ac:chgData name="ELMÚDESI María Rebeca" userId="S::mariarebeca.elmudesi@amaris.com::e7be1e70-0af8-4ef1-bd39-e39be7fa3a6e" providerId="AD" clId="Web-{6B61C9E5-4F05-6C1D-62D5-5CA8EB85C979}" dt="2026-09-17T12:35:40.035" v="59"/>
          <ac:picMkLst>
            <pc:docMk/>
            <pc:sldMk cId="3628890597" sldId="652"/>
            <ac:picMk id="3" creationId="{606A85AE-43DF-2C99-B592-2BF3CB8C2018}"/>
          </ac:picMkLst>
        </pc:picChg>
      </pc:sldChg>
      <pc:sldChg chg="modSp">
        <pc:chgData name="ELMÚDESI María Rebeca" userId="S::mariarebeca.elmudesi@amaris.com::e7be1e70-0af8-4ef1-bd39-e39be7fa3a6e" providerId="AD" clId="Web-{6B61C9E5-4F05-6C1D-62D5-5CA8EB85C979}" dt="2026-09-17T12:37:27.460" v="127" actId="20577"/>
        <pc:sldMkLst>
          <pc:docMk/>
          <pc:sldMk cId="1920680921" sldId="653"/>
        </pc:sldMkLst>
        <pc:spChg chg="mod">
          <ac:chgData name="ELMÚDESI María Rebeca" userId="S::mariarebeca.elmudesi@amaris.com::e7be1e70-0af8-4ef1-bd39-e39be7fa3a6e" providerId="AD" clId="Web-{6B61C9E5-4F05-6C1D-62D5-5CA8EB85C979}" dt="2026-09-17T12:36:23.365" v="107" actId="20577"/>
          <ac:spMkLst>
            <pc:docMk/>
            <pc:sldMk cId="1920680921" sldId="653"/>
            <ac:spMk id="5" creationId="{3A979C83-F73F-C7F0-4A99-EDF3756FABCB}"/>
          </ac:spMkLst>
        </pc:spChg>
        <pc:spChg chg="mod">
          <ac:chgData name="ELMÚDESI María Rebeca" userId="S::mariarebeca.elmudesi@amaris.com::e7be1e70-0af8-4ef1-bd39-e39be7fa3a6e" providerId="AD" clId="Web-{6B61C9E5-4F05-6C1D-62D5-5CA8EB85C979}" dt="2026-09-17T12:36:27.600" v="109" actId="20577"/>
          <ac:spMkLst>
            <pc:docMk/>
            <pc:sldMk cId="1920680921" sldId="653"/>
            <ac:spMk id="13" creationId="{1840F0A7-EEAD-C33B-99B1-B8D60AF65649}"/>
          </ac:spMkLst>
        </pc:spChg>
        <pc:spChg chg="mod">
          <ac:chgData name="ELMÚDESI María Rebeca" userId="S::mariarebeca.elmudesi@amaris.com::e7be1e70-0af8-4ef1-bd39-e39be7fa3a6e" providerId="AD" clId="Web-{6B61C9E5-4F05-6C1D-62D5-5CA8EB85C979}" dt="2026-09-17T12:36:35.662" v="113" actId="20577"/>
          <ac:spMkLst>
            <pc:docMk/>
            <pc:sldMk cId="1920680921" sldId="653"/>
            <ac:spMk id="23" creationId="{43983EB3-F226-08CB-08B4-51CC3687DAD5}"/>
          </ac:spMkLst>
        </pc:spChg>
        <pc:spChg chg="mod">
          <ac:chgData name="ELMÚDESI María Rebeca" userId="S::mariarebeca.elmudesi@amaris.com::e7be1e70-0af8-4ef1-bd39-e39be7fa3a6e" providerId="AD" clId="Web-{6B61C9E5-4F05-6C1D-62D5-5CA8EB85C979}" dt="2026-09-17T12:37:05.319" v="117" actId="20577"/>
          <ac:spMkLst>
            <pc:docMk/>
            <pc:sldMk cId="1920680921" sldId="653"/>
            <ac:spMk id="33" creationId="{DF160E80-F7A8-ABBA-3B0A-959C057C8E7B}"/>
          </ac:spMkLst>
        </pc:spChg>
        <pc:spChg chg="mod">
          <ac:chgData name="ELMÚDESI María Rebeca" userId="S::mariarebeca.elmudesi@amaris.com::e7be1e70-0af8-4ef1-bd39-e39be7fa3a6e" providerId="AD" clId="Web-{6B61C9E5-4F05-6C1D-62D5-5CA8EB85C979}" dt="2026-09-17T12:37:10.897" v="124" actId="20577"/>
          <ac:spMkLst>
            <pc:docMk/>
            <pc:sldMk cId="1920680921" sldId="653"/>
            <ac:spMk id="43" creationId="{A561D173-7FB6-3DB8-7865-245B70AB8143}"/>
          </ac:spMkLst>
        </pc:spChg>
        <pc:spChg chg="mod">
          <ac:chgData name="ELMÚDESI María Rebeca" userId="S::mariarebeca.elmudesi@amaris.com::e7be1e70-0af8-4ef1-bd39-e39be7fa3a6e" providerId="AD" clId="Web-{6B61C9E5-4F05-6C1D-62D5-5CA8EB85C979}" dt="2026-09-17T12:37:27.460" v="127" actId="20577"/>
          <ac:spMkLst>
            <pc:docMk/>
            <pc:sldMk cId="1920680921" sldId="653"/>
            <ac:spMk id="53" creationId="{B23F9937-49BC-90DC-5F74-CA9CF12513A4}"/>
          </ac:spMkLst>
        </pc:spChg>
      </pc:sldChg>
      <pc:sldChg chg="addSp delSp modSp addAnim">
        <pc:chgData name="ELMÚDESI María Rebeca" userId="S::mariarebeca.elmudesi@amaris.com::e7be1e70-0af8-4ef1-bd39-e39be7fa3a6e" providerId="AD" clId="Web-{6B61C9E5-4F05-6C1D-62D5-5CA8EB85C979}" dt="2026-09-17T12:37:50.086" v="166"/>
        <pc:sldMkLst>
          <pc:docMk/>
          <pc:sldMk cId="915156704" sldId="654"/>
        </pc:sldMkLst>
        <pc:spChg chg="add">
          <ac:chgData name="ELMÚDESI María Rebeca" userId="S::mariarebeca.elmudesi@amaris.com::e7be1e70-0af8-4ef1-bd39-e39be7fa3a6e" providerId="AD" clId="Web-{6B61C9E5-4F05-6C1D-62D5-5CA8EB85C979}" dt="2026-09-17T12:37:50.086" v="166"/>
          <ac:spMkLst>
            <pc:docMk/>
            <pc:sldMk cId="915156704" sldId="654"/>
            <ac:spMk id="4" creationId="{E378CD7E-C7B5-C9A8-54D5-DB1B3BE771AA}"/>
          </ac:spMkLst>
        </pc:spChg>
        <pc:spChg chg="mod">
          <ac:chgData name="ELMÚDESI María Rebeca" userId="S::mariarebeca.elmudesi@amaris.com::e7be1e70-0af8-4ef1-bd39-e39be7fa3a6e" providerId="AD" clId="Web-{6B61C9E5-4F05-6C1D-62D5-5CA8EB85C979}" dt="2026-09-17T12:37:44.383" v="165" actId="1076"/>
          <ac:spMkLst>
            <pc:docMk/>
            <pc:sldMk cId="915156704" sldId="654"/>
            <ac:spMk id="6" creationId="{45A90F88-70A0-0635-6F7E-F35B961C5323}"/>
          </ac:spMkLst>
        </pc:spChg>
        <pc:spChg chg="mod">
          <ac:chgData name="ELMÚDESI María Rebeca" userId="S::mariarebeca.elmudesi@amaris.com::e7be1e70-0af8-4ef1-bd39-e39be7fa3a6e" providerId="AD" clId="Web-{6B61C9E5-4F05-6C1D-62D5-5CA8EB85C979}" dt="2026-09-17T12:37:44.383" v="149" actId="1076"/>
          <ac:spMkLst>
            <pc:docMk/>
            <pc:sldMk cId="915156704" sldId="654"/>
            <ac:spMk id="8" creationId="{FFC78027-CFE0-248C-EC28-28BA3E2BC2C8}"/>
          </ac:spMkLst>
        </pc:spChg>
        <pc:spChg chg="mod">
          <ac:chgData name="ELMÚDESI María Rebeca" userId="S::mariarebeca.elmudesi@amaris.com::e7be1e70-0af8-4ef1-bd39-e39be7fa3a6e" providerId="AD" clId="Web-{6B61C9E5-4F05-6C1D-62D5-5CA8EB85C979}" dt="2026-09-17T12:37:44.383" v="164" actId="1076"/>
          <ac:spMkLst>
            <pc:docMk/>
            <pc:sldMk cId="915156704" sldId="654"/>
            <ac:spMk id="12" creationId="{04DF66EC-593B-F9C8-4E1D-B22A8667F870}"/>
          </ac:spMkLst>
        </pc:spChg>
        <pc:spChg chg="mod">
          <ac:chgData name="ELMÚDESI María Rebeca" userId="S::mariarebeca.elmudesi@amaris.com::e7be1e70-0af8-4ef1-bd39-e39be7fa3a6e" providerId="AD" clId="Web-{6B61C9E5-4F05-6C1D-62D5-5CA8EB85C979}" dt="2026-09-17T12:37:44.383" v="163" actId="1076"/>
          <ac:spMkLst>
            <pc:docMk/>
            <pc:sldMk cId="915156704" sldId="654"/>
            <ac:spMk id="14" creationId="{39A2AE13-6A9C-7229-98A8-0EF250E229EC}"/>
          </ac:spMkLst>
        </pc:spChg>
        <pc:spChg chg="mod">
          <ac:chgData name="ELMÚDESI María Rebeca" userId="S::mariarebeca.elmudesi@amaris.com::e7be1e70-0af8-4ef1-bd39-e39be7fa3a6e" providerId="AD" clId="Web-{6B61C9E5-4F05-6C1D-62D5-5CA8EB85C979}" dt="2026-09-17T12:37:44.383" v="162" actId="1076"/>
          <ac:spMkLst>
            <pc:docMk/>
            <pc:sldMk cId="915156704" sldId="654"/>
            <ac:spMk id="16" creationId="{6D87F94A-A984-C295-C3EC-4138196F1DAB}"/>
          </ac:spMkLst>
        </pc:spChg>
        <pc:spChg chg="mod">
          <ac:chgData name="ELMÚDESI María Rebeca" userId="S::mariarebeca.elmudesi@amaris.com::e7be1e70-0af8-4ef1-bd39-e39be7fa3a6e" providerId="AD" clId="Web-{6B61C9E5-4F05-6C1D-62D5-5CA8EB85C979}" dt="2026-09-17T12:37:44.383" v="161" actId="1076"/>
          <ac:spMkLst>
            <pc:docMk/>
            <pc:sldMk cId="915156704" sldId="654"/>
            <ac:spMk id="18" creationId="{3D28C3CA-FCB2-9845-2913-325E47E5D3ED}"/>
          </ac:spMkLst>
        </pc:spChg>
        <pc:spChg chg="mod">
          <ac:chgData name="ELMÚDESI María Rebeca" userId="S::mariarebeca.elmudesi@amaris.com::e7be1e70-0af8-4ef1-bd39-e39be7fa3a6e" providerId="AD" clId="Web-{6B61C9E5-4F05-6C1D-62D5-5CA8EB85C979}" dt="2026-09-17T12:37:44.383" v="160" actId="1076"/>
          <ac:spMkLst>
            <pc:docMk/>
            <pc:sldMk cId="915156704" sldId="654"/>
            <ac:spMk id="20" creationId="{A3DDB866-E204-B504-010D-968C6FF352C9}"/>
          </ac:spMkLst>
        </pc:spChg>
        <pc:spChg chg="mod">
          <ac:chgData name="ELMÚDESI María Rebeca" userId="S::mariarebeca.elmudesi@amaris.com::e7be1e70-0af8-4ef1-bd39-e39be7fa3a6e" providerId="AD" clId="Web-{6B61C9E5-4F05-6C1D-62D5-5CA8EB85C979}" dt="2026-09-17T12:37:44.383" v="159" actId="1076"/>
          <ac:spMkLst>
            <pc:docMk/>
            <pc:sldMk cId="915156704" sldId="654"/>
            <ac:spMk id="22" creationId="{49481692-B8D3-59E9-BCFF-99CD6D0579AF}"/>
          </ac:spMkLst>
        </pc:spChg>
        <pc:spChg chg="mod">
          <ac:chgData name="ELMÚDESI María Rebeca" userId="S::mariarebeca.elmudesi@amaris.com::e7be1e70-0af8-4ef1-bd39-e39be7fa3a6e" providerId="AD" clId="Web-{6B61C9E5-4F05-6C1D-62D5-5CA8EB85C979}" dt="2026-09-17T12:37:44.383" v="158" actId="1076"/>
          <ac:spMkLst>
            <pc:docMk/>
            <pc:sldMk cId="915156704" sldId="654"/>
            <ac:spMk id="24" creationId="{6B3849D3-E4C0-465E-9C86-5A063E407507}"/>
          </ac:spMkLst>
        </pc:spChg>
        <pc:spChg chg="mod">
          <ac:chgData name="ELMÚDESI María Rebeca" userId="S::mariarebeca.elmudesi@amaris.com::e7be1e70-0af8-4ef1-bd39-e39be7fa3a6e" providerId="AD" clId="Web-{6B61C9E5-4F05-6C1D-62D5-5CA8EB85C979}" dt="2026-09-17T12:37:44.383" v="157" actId="1076"/>
          <ac:spMkLst>
            <pc:docMk/>
            <pc:sldMk cId="915156704" sldId="654"/>
            <ac:spMk id="26" creationId="{E89019FA-8A7C-3895-5E8F-89FDCEC5938B}"/>
          </ac:spMkLst>
        </pc:spChg>
        <pc:spChg chg="mod">
          <ac:chgData name="ELMÚDESI María Rebeca" userId="S::mariarebeca.elmudesi@amaris.com::e7be1e70-0af8-4ef1-bd39-e39be7fa3a6e" providerId="AD" clId="Web-{6B61C9E5-4F05-6C1D-62D5-5CA8EB85C979}" dt="2026-09-17T12:37:44.383" v="156" actId="1076"/>
          <ac:spMkLst>
            <pc:docMk/>
            <pc:sldMk cId="915156704" sldId="654"/>
            <ac:spMk id="28" creationId="{6FC3B36C-AFD8-74E8-508B-21DF8136734A}"/>
          </ac:spMkLst>
        </pc:spChg>
        <pc:spChg chg="mod">
          <ac:chgData name="ELMÚDESI María Rebeca" userId="S::mariarebeca.elmudesi@amaris.com::e7be1e70-0af8-4ef1-bd39-e39be7fa3a6e" providerId="AD" clId="Web-{6B61C9E5-4F05-6C1D-62D5-5CA8EB85C979}" dt="2026-09-17T12:37:44.383" v="155" actId="1076"/>
          <ac:spMkLst>
            <pc:docMk/>
            <pc:sldMk cId="915156704" sldId="654"/>
            <ac:spMk id="30" creationId="{1C6A4020-E88A-EE82-493D-8F37EFE81846}"/>
          </ac:spMkLst>
        </pc:spChg>
        <pc:spChg chg="mod">
          <ac:chgData name="ELMÚDESI María Rebeca" userId="S::mariarebeca.elmudesi@amaris.com::e7be1e70-0af8-4ef1-bd39-e39be7fa3a6e" providerId="AD" clId="Web-{6B61C9E5-4F05-6C1D-62D5-5CA8EB85C979}" dt="2026-09-17T12:37:44.383" v="154" actId="1076"/>
          <ac:spMkLst>
            <pc:docMk/>
            <pc:sldMk cId="915156704" sldId="654"/>
            <ac:spMk id="32" creationId="{BCB6DAD5-9256-12CA-8C3D-C8B4B05E4398}"/>
          </ac:spMkLst>
        </pc:spChg>
        <pc:spChg chg="mod">
          <ac:chgData name="ELMÚDESI María Rebeca" userId="S::mariarebeca.elmudesi@amaris.com::e7be1e70-0af8-4ef1-bd39-e39be7fa3a6e" providerId="AD" clId="Web-{6B61C9E5-4F05-6C1D-62D5-5CA8EB85C979}" dt="2026-09-17T12:37:44.383" v="153" actId="1076"/>
          <ac:spMkLst>
            <pc:docMk/>
            <pc:sldMk cId="915156704" sldId="654"/>
            <ac:spMk id="34" creationId="{3A9FB9BD-3628-3C8C-BCF7-44ABDE1A2B75}"/>
          </ac:spMkLst>
        </pc:spChg>
        <pc:spChg chg="mod">
          <ac:chgData name="ELMÚDESI María Rebeca" userId="S::mariarebeca.elmudesi@amaris.com::e7be1e70-0af8-4ef1-bd39-e39be7fa3a6e" providerId="AD" clId="Web-{6B61C9E5-4F05-6C1D-62D5-5CA8EB85C979}" dt="2026-09-17T12:37:44.383" v="152" actId="1076"/>
          <ac:spMkLst>
            <pc:docMk/>
            <pc:sldMk cId="915156704" sldId="654"/>
            <ac:spMk id="36" creationId="{909BD2BA-2E7D-41C8-3A1A-79B872348F16}"/>
          </ac:spMkLst>
        </pc:spChg>
        <pc:spChg chg="mod">
          <ac:chgData name="ELMÚDESI María Rebeca" userId="S::mariarebeca.elmudesi@amaris.com::e7be1e70-0af8-4ef1-bd39-e39be7fa3a6e" providerId="AD" clId="Web-{6B61C9E5-4F05-6C1D-62D5-5CA8EB85C979}" dt="2026-09-17T12:37:44.383" v="151" actId="1076"/>
          <ac:spMkLst>
            <pc:docMk/>
            <pc:sldMk cId="915156704" sldId="654"/>
            <ac:spMk id="38" creationId="{E0278B29-7606-42D4-60AA-517E60DE4395}"/>
          </ac:spMkLst>
        </pc:spChg>
        <pc:spChg chg="mod">
          <ac:chgData name="ELMÚDESI María Rebeca" userId="S::mariarebeca.elmudesi@amaris.com::e7be1e70-0af8-4ef1-bd39-e39be7fa3a6e" providerId="AD" clId="Web-{6B61C9E5-4F05-6C1D-62D5-5CA8EB85C979}" dt="2026-09-17T12:37:44.383" v="150" actId="1076"/>
          <ac:spMkLst>
            <pc:docMk/>
            <pc:sldMk cId="915156704" sldId="654"/>
            <ac:spMk id="40" creationId="{BF102211-E12B-A1C4-E857-D6003B05D5D8}"/>
          </ac:spMkLst>
        </pc:spChg>
        <pc:picChg chg="del">
          <ac:chgData name="ELMÚDESI María Rebeca" userId="S::mariarebeca.elmudesi@amaris.com::e7be1e70-0af8-4ef1-bd39-e39be7fa3a6e" providerId="AD" clId="Web-{6B61C9E5-4F05-6C1D-62D5-5CA8EB85C979}" dt="2026-09-17T12:37:30.398" v="129"/>
          <ac:picMkLst>
            <pc:docMk/>
            <pc:sldMk cId="915156704" sldId="654"/>
            <ac:picMk id="3" creationId="{54A9CC5B-F0DD-1DEA-11B5-1F712A3D639F}"/>
          </ac:picMkLst>
        </pc:picChg>
        <pc:picChg chg="mod">
          <ac:chgData name="ELMÚDESI María Rebeca" userId="S::mariarebeca.elmudesi@amaris.com::e7be1e70-0af8-4ef1-bd39-e39be7fa3a6e" providerId="AD" clId="Web-{6B61C9E5-4F05-6C1D-62D5-5CA8EB85C979}" dt="2026-09-17T12:37:44.383" v="148" actId="1076"/>
          <ac:picMkLst>
            <pc:docMk/>
            <pc:sldMk cId="915156704" sldId="654"/>
            <ac:picMk id="10" creationId="{84224DE6-B7FD-A7EB-82E4-BD8BA83BCCA9}"/>
          </ac:picMkLst>
        </pc:picChg>
      </pc:sldChg>
      <pc:sldChg chg="modSp">
        <pc:chgData name="ELMÚDESI María Rebeca" userId="S::mariarebeca.elmudesi@amaris.com::e7be1e70-0af8-4ef1-bd39-e39be7fa3a6e" providerId="AD" clId="Web-{6B61C9E5-4F05-6C1D-62D5-5CA8EB85C979}" dt="2026-09-17T12:34:29.752" v="19" actId="20577"/>
        <pc:sldMkLst>
          <pc:docMk/>
          <pc:sldMk cId="3659647290" sldId="658"/>
        </pc:sldMkLst>
        <pc:spChg chg="mod">
          <ac:chgData name="ELMÚDESI María Rebeca" userId="S::mariarebeca.elmudesi@amaris.com::e7be1e70-0af8-4ef1-bd39-e39be7fa3a6e" providerId="AD" clId="Web-{6B61C9E5-4F05-6C1D-62D5-5CA8EB85C979}" dt="2026-09-17T12:34:29.752" v="19" actId="20577"/>
          <ac:spMkLst>
            <pc:docMk/>
            <pc:sldMk cId="3659647290" sldId="658"/>
            <ac:spMk id="6" creationId="{82030001-F8BF-6043-A7AA-7A1DCF1BA93C}"/>
          </ac:spMkLst>
        </pc:spChg>
      </pc:sldChg>
      <pc:sldChg chg="del">
        <pc:chgData name="ELMÚDESI María Rebeca" userId="S::mariarebeca.elmudesi@amaris.com::e7be1e70-0af8-4ef1-bd39-e39be7fa3a6e" providerId="AD" clId="Web-{6B61C9E5-4F05-6C1D-62D5-5CA8EB85C979}" dt="2026-09-17T12:37:27.851" v="128"/>
        <pc:sldMkLst>
          <pc:docMk/>
          <pc:sldMk cId="1523601526" sldId="660"/>
        </pc:sldMkLst>
      </pc:sldChg>
      <pc:sldChg chg="del">
        <pc:chgData name="ELMÚDESI María Rebeca" userId="S::mariarebeca.elmudesi@amaris.com::e7be1e70-0af8-4ef1-bd39-e39be7fa3a6e" providerId="AD" clId="Web-{6B61C9E5-4F05-6C1D-62D5-5CA8EB85C979}" dt="2026-09-17T12:34:55.331" v="24"/>
        <pc:sldMkLst>
          <pc:docMk/>
          <pc:sldMk cId="1868595179" sldId="664"/>
        </pc:sldMkLst>
      </pc:sldChg>
    </pc:docChg>
  </pc:docChgLst>
  <pc:docChgLst>
    <pc:chgData name="ELMÚDESI María Rebeca" userId="e7be1e70-0af8-4ef1-bd39-e39be7fa3a6e" providerId="ADAL" clId="{98F09197-DB34-48E3-BFF1-6D57C44CEE7B}"/>
    <pc:docChg chg="custSel addSld delSld modSld sldOrd modSection">
      <pc:chgData name="ELMÚDESI María Rebeca" userId="e7be1e70-0af8-4ef1-bd39-e39be7fa3a6e" providerId="ADAL" clId="{98F09197-DB34-48E3-BFF1-6D57C44CEE7B}" dt="2026-09-17T13:10:31.614" v="1166" actId="478"/>
      <pc:docMkLst>
        <pc:docMk/>
      </pc:docMkLst>
      <pc:sldChg chg="modSp mod modShow modNotesTx">
        <pc:chgData name="ELMÚDESI María Rebeca" userId="e7be1e70-0af8-4ef1-bd39-e39be7fa3a6e" providerId="ADAL" clId="{98F09197-DB34-48E3-BFF1-6D57C44CEE7B}" dt="2026-09-17T13:10:09.533" v="1162" actId="34476"/>
        <pc:sldMkLst>
          <pc:docMk/>
          <pc:sldMk cId="1042655760" sldId="257"/>
        </pc:sldMkLst>
        <pc:spChg chg="mod">
          <ac:chgData name="ELMÚDESI María Rebeca" userId="e7be1e70-0af8-4ef1-bd39-e39be7fa3a6e" providerId="ADAL" clId="{98F09197-DB34-48E3-BFF1-6D57C44CEE7B}" dt="2026-09-17T12:44:38.855" v="368" actId="20577"/>
          <ac:spMkLst>
            <pc:docMk/>
            <pc:sldMk cId="1042655760" sldId="257"/>
            <ac:spMk id="11" creationId="{00000000-0000-0000-0000-000000000000}"/>
          </ac:spMkLst>
        </pc:spChg>
      </pc:sldChg>
      <pc:sldChg chg="delSp modSp add mod modShow">
        <pc:chgData name="ELMÚDESI María Rebeca" userId="e7be1e70-0af8-4ef1-bd39-e39be7fa3a6e" providerId="ADAL" clId="{98F09197-DB34-48E3-BFF1-6D57C44CEE7B}" dt="2026-09-17T13:10:31.614" v="1166" actId="478"/>
        <pc:sldMkLst>
          <pc:docMk/>
          <pc:sldMk cId="0" sldId="259"/>
        </pc:sldMkLst>
        <pc:spChg chg="mod">
          <ac:chgData name="ELMÚDESI María Rebeca" userId="e7be1e70-0af8-4ef1-bd39-e39be7fa3a6e" providerId="ADAL" clId="{98F09197-DB34-48E3-BFF1-6D57C44CEE7B}" dt="2026-09-17T13:06:05.683" v="939" actId="20577"/>
          <ac:spMkLst>
            <pc:docMk/>
            <pc:sldMk cId="0" sldId="259"/>
            <ac:spMk id="5" creationId="{00000000-0000-0000-0000-000000000000}"/>
          </ac:spMkLst>
        </pc:spChg>
        <pc:spChg chg="mod">
          <ac:chgData name="ELMÚDESI María Rebeca" userId="e7be1e70-0af8-4ef1-bd39-e39be7fa3a6e" providerId="ADAL" clId="{98F09197-DB34-48E3-BFF1-6D57C44CEE7B}" dt="2026-09-17T13:06:08.064" v="943" actId="20577"/>
          <ac:spMkLst>
            <pc:docMk/>
            <pc:sldMk cId="0" sldId="259"/>
            <ac:spMk id="11" creationId="{00000000-0000-0000-0000-000000000000}"/>
          </ac:spMkLst>
        </pc:spChg>
        <pc:spChg chg="mod">
          <ac:chgData name="ELMÚDESI María Rebeca" userId="e7be1e70-0af8-4ef1-bd39-e39be7fa3a6e" providerId="ADAL" clId="{98F09197-DB34-48E3-BFF1-6D57C44CEE7B}" dt="2026-09-17T13:06:24.420" v="971"/>
          <ac:spMkLst>
            <pc:docMk/>
            <pc:sldMk cId="0" sldId="259"/>
            <ac:spMk id="12" creationId="{00000000-0000-0000-0000-000000000000}"/>
          </ac:spMkLst>
        </pc:spChg>
        <pc:spChg chg="mod">
          <ac:chgData name="ELMÚDESI María Rebeca" userId="e7be1e70-0af8-4ef1-bd39-e39be7fa3a6e" providerId="ADAL" clId="{98F09197-DB34-48E3-BFF1-6D57C44CEE7B}" dt="2026-09-17T13:06:10.410" v="947" actId="20577"/>
          <ac:spMkLst>
            <pc:docMk/>
            <pc:sldMk cId="0" sldId="259"/>
            <ac:spMk id="15" creationId="{00000000-0000-0000-0000-000000000000}"/>
          </ac:spMkLst>
        </pc:spChg>
        <pc:spChg chg="mod">
          <ac:chgData name="ELMÚDESI María Rebeca" userId="e7be1e70-0af8-4ef1-bd39-e39be7fa3a6e" providerId="ADAL" clId="{98F09197-DB34-48E3-BFF1-6D57C44CEE7B}" dt="2026-09-17T13:06:23.381" v="970"/>
          <ac:spMkLst>
            <pc:docMk/>
            <pc:sldMk cId="0" sldId="259"/>
            <ac:spMk id="16" creationId="{00000000-0000-0000-0000-000000000000}"/>
          </ac:spMkLst>
        </pc:spChg>
        <pc:spChg chg="mod">
          <ac:chgData name="ELMÚDESI María Rebeca" userId="e7be1e70-0af8-4ef1-bd39-e39be7fa3a6e" providerId="ADAL" clId="{98F09197-DB34-48E3-BFF1-6D57C44CEE7B}" dt="2026-09-17T13:06:12.546" v="951" actId="20577"/>
          <ac:spMkLst>
            <pc:docMk/>
            <pc:sldMk cId="0" sldId="259"/>
            <ac:spMk id="19" creationId="{00000000-0000-0000-0000-000000000000}"/>
          </ac:spMkLst>
        </pc:spChg>
        <pc:spChg chg="mod">
          <ac:chgData name="ELMÚDESI María Rebeca" userId="e7be1e70-0af8-4ef1-bd39-e39be7fa3a6e" providerId="ADAL" clId="{98F09197-DB34-48E3-BFF1-6D57C44CEE7B}" dt="2026-09-17T13:06:22.342" v="969"/>
          <ac:spMkLst>
            <pc:docMk/>
            <pc:sldMk cId="0" sldId="259"/>
            <ac:spMk id="20" creationId="{00000000-0000-0000-0000-000000000000}"/>
          </ac:spMkLst>
        </pc:spChg>
        <pc:spChg chg="mod">
          <ac:chgData name="ELMÚDESI María Rebeca" userId="e7be1e70-0af8-4ef1-bd39-e39be7fa3a6e" providerId="ADAL" clId="{98F09197-DB34-48E3-BFF1-6D57C44CEE7B}" dt="2026-09-17T13:06:14.976" v="955" actId="20577"/>
          <ac:spMkLst>
            <pc:docMk/>
            <pc:sldMk cId="0" sldId="259"/>
            <ac:spMk id="23" creationId="{00000000-0000-0000-0000-000000000000}"/>
          </ac:spMkLst>
        </pc:spChg>
        <pc:spChg chg="mod">
          <ac:chgData name="ELMÚDESI María Rebeca" userId="e7be1e70-0af8-4ef1-bd39-e39be7fa3a6e" providerId="ADAL" clId="{98F09197-DB34-48E3-BFF1-6D57C44CEE7B}" dt="2026-09-17T13:06:18.930" v="968" actId="20577"/>
          <ac:spMkLst>
            <pc:docMk/>
            <pc:sldMk cId="0" sldId="259"/>
            <ac:spMk id="24" creationId="{00000000-0000-0000-0000-000000000000}"/>
          </ac:spMkLst>
        </pc:spChg>
        <pc:spChg chg="del">
          <ac:chgData name="ELMÚDESI María Rebeca" userId="e7be1e70-0af8-4ef1-bd39-e39be7fa3a6e" providerId="ADAL" clId="{98F09197-DB34-48E3-BFF1-6D57C44CEE7B}" dt="2026-09-17T13:10:31.614" v="1166" actId="478"/>
          <ac:spMkLst>
            <pc:docMk/>
            <pc:sldMk cId="0" sldId="259"/>
            <ac:spMk id="25" creationId="{55007C09-2213-0326-9E20-9A4A0E94949D}"/>
          </ac:spMkLst>
        </pc:spChg>
      </pc:sldChg>
      <pc:sldChg chg="modSp add mod modShow">
        <pc:chgData name="ELMÚDESI María Rebeca" userId="e7be1e70-0af8-4ef1-bd39-e39be7fa3a6e" providerId="ADAL" clId="{98F09197-DB34-48E3-BFF1-6D57C44CEE7B}" dt="2026-09-17T13:10:09.533" v="1162" actId="34476"/>
        <pc:sldMkLst>
          <pc:docMk/>
          <pc:sldMk cId="0" sldId="261"/>
        </pc:sldMkLst>
        <pc:spChg chg="mod">
          <ac:chgData name="ELMÚDESI María Rebeca" userId="e7be1e70-0af8-4ef1-bd39-e39be7fa3a6e" providerId="ADAL" clId="{98F09197-DB34-48E3-BFF1-6D57C44CEE7B}" dt="2026-09-17T12:56:38.418" v="417" actId="20577"/>
          <ac:spMkLst>
            <pc:docMk/>
            <pc:sldMk cId="0" sldId="261"/>
            <ac:spMk id="14" creationId="{00000000-0000-0000-0000-000000000000}"/>
          </ac:spMkLst>
        </pc:spChg>
        <pc:spChg chg="mod">
          <ac:chgData name="ELMÚDESI María Rebeca" userId="e7be1e70-0af8-4ef1-bd39-e39be7fa3a6e" providerId="ADAL" clId="{98F09197-DB34-48E3-BFF1-6D57C44CEE7B}" dt="2026-09-17T12:56:41.781" v="425" actId="20577"/>
          <ac:spMkLst>
            <pc:docMk/>
            <pc:sldMk cId="0" sldId="261"/>
            <ac:spMk id="15" creationId="{00000000-0000-0000-0000-000000000000}"/>
          </ac:spMkLst>
        </pc:spChg>
      </pc:sldChg>
      <pc:sldChg chg="modSp add mod modShow">
        <pc:chgData name="ELMÚDESI María Rebeca" userId="e7be1e70-0af8-4ef1-bd39-e39be7fa3a6e" providerId="ADAL" clId="{98F09197-DB34-48E3-BFF1-6D57C44CEE7B}" dt="2026-09-17T13:10:09.533" v="1162" actId="34476"/>
        <pc:sldMkLst>
          <pc:docMk/>
          <pc:sldMk cId="0" sldId="264"/>
        </pc:sldMkLst>
        <pc:spChg chg="mod">
          <ac:chgData name="ELMÚDESI María Rebeca" userId="e7be1e70-0af8-4ef1-bd39-e39be7fa3a6e" providerId="ADAL" clId="{98F09197-DB34-48E3-BFF1-6D57C44CEE7B}" dt="2026-09-17T13:06:43.495" v="998" actId="20577"/>
          <ac:spMkLst>
            <pc:docMk/>
            <pc:sldMk cId="0" sldId="264"/>
            <ac:spMk id="4" creationId="{00000000-0000-0000-0000-000000000000}"/>
          </ac:spMkLst>
        </pc:spChg>
        <pc:spChg chg="mod">
          <ac:chgData name="ELMÚDESI María Rebeca" userId="e7be1e70-0af8-4ef1-bd39-e39be7fa3a6e" providerId="ADAL" clId="{98F09197-DB34-48E3-BFF1-6D57C44CEE7B}" dt="2026-09-17T13:06:47.937" v="1008" actId="20577"/>
          <ac:spMkLst>
            <pc:docMk/>
            <pc:sldMk cId="0" sldId="264"/>
            <ac:spMk id="5" creationId="{00000000-0000-0000-0000-000000000000}"/>
          </ac:spMkLst>
        </pc:spChg>
        <pc:spChg chg="mod">
          <ac:chgData name="ELMÚDESI María Rebeca" userId="e7be1e70-0af8-4ef1-bd39-e39be7fa3a6e" providerId="ADAL" clId="{98F09197-DB34-48E3-BFF1-6D57C44CEE7B}" dt="2026-09-17T13:06:52.765" v="1022" actId="20577"/>
          <ac:spMkLst>
            <pc:docMk/>
            <pc:sldMk cId="0" sldId="264"/>
            <ac:spMk id="7" creationId="{00000000-0000-0000-0000-000000000000}"/>
          </ac:spMkLst>
        </pc:spChg>
        <pc:spChg chg="mod">
          <ac:chgData name="ELMÚDESI María Rebeca" userId="e7be1e70-0af8-4ef1-bd39-e39be7fa3a6e" providerId="ADAL" clId="{98F09197-DB34-48E3-BFF1-6D57C44CEE7B}" dt="2026-09-17T13:07:05.109" v="1030" actId="20577"/>
          <ac:spMkLst>
            <pc:docMk/>
            <pc:sldMk cId="0" sldId="264"/>
            <ac:spMk id="11" creationId="{00000000-0000-0000-0000-000000000000}"/>
          </ac:spMkLst>
        </pc:spChg>
        <pc:spChg chg="mod">
          <ac:chgData name="ELMÚDESI María Rebeca" userId="e7be1e70-0af8-4ef1-bd39-e39be7fa3a6e" providerId="ADAL" clId="{98F09197-DB34-48E3-BFF1-6D57C44CEE7B}" dt="2026-09-17T13:07:10.875" v="1036" actId="20577"/>
          <ac:spMkLst>
            <pc:docMk/>
            <pc:sldMk cId="0" sldId="264"/>
            <ac:spMk id="12" creationId="{00000000-0000-0000-0000-000000000000}"/>
          </ac:spMkLst>
        </pc:spChg>
        <pc:spChg chg="mod">
          <ac:chgData name="ELMÚDESI María Rebeca" userId="e7be1e70-0af8-4ef1-bd39-e39be7fa3a6e" providerId="ADAL" clId="{98F09197-DB34-48E3-BFF1-6D57C44CEE7B}" dt="2026-09-17T13:07:17.608" v="1043" actId="20577"/>
          <ac:spMkLst>
            <pc:docMk/>
            <pc:sldMk cId="0" sldId="264"/>
            <ac:spMk id="13" creationId="{00000000-0000-0000-0000-000000000000}"/>
          </ac:spMkLst>
        </pc:spChg>
        <pc:spChg chg="mod">
          <ac:chgData name="ELMÚDESI María Rebeca" userId="e7be1e70-0af8-4ef1-bd39-e39be7fa3a6e" providerId="ADAL" clId="{98F09197-DB34-48E3-BFF1-6D57C44CEE7B}" dt="2026-09-17T13:07:42.900" v="1065" actId="20577"/>
          <ac:spMkLst>
            <pc:docMk/>
            <pc:sldMk cId="0" sldId="264"/>
            <ac:spMk id="17" creationId="{00000000-0000-0000-0000-000000000000}"/>
          </ac:spMkLst>
        </pc:spChg>
        <pc:spChg chg="mod">
          <ac:chgData name="ELMÚDESI María Rebeca" userId="e7be1e70-0af8-4ef1-bd39-e39be7fa3a6e" providerId="ADAL" clId="{98F09197-DB34-48E3-BFF1-6D57C44CEE7B}" dt="2026-09-17T13:07:32.574" v="1058" actId="20577"/>
          <ac:spMkLst>
            <pc:docMk/>
            <pc:sldMk cId="0" sldId="264"/>
            <ac:spMk id="18" creationId="{00000000-0000-0000-0000-000000000000}"/>
          </ac:spMkLst>
        </pc:spChg>
        <pc:spChg chg="mod">
          <ac:chgData name="ELMÚDESI María Rebeca" userId="e7be1e70-0af8-4ef1-bd39-e39be7fa3a6e" providerId="ADAL" clId="{98F09197-DB34-48E3-BFF1-6D57C44CEE7B}" dt="2026-09-17T13:07:26.558" v="1052" actId="20577"/>
          <ac:spMkLst>
            <pc:docMk/>
            <pc:sldMk cId="0" sldId="264"/>
            <ac:spMk id="19" creationId="{00000000-0000-0000-0000-000000000000}"/>
          </ac:spMkLst>
        </pc:spChg>
        <pc:spChg chg="mod">
          <ac:chgData name="ELMÚDESI María Rebeca" userId="e7be1e70-0af8-4ef1-bd39-e39be7fa3a6e" providerId="ADAL" clId="{98F09197-DB34-48E3-BFF1-6D57C44CEE7B}" dt="2026-09-17T13:07:22.112" v="1046" actId="20577"/>
          <ac:spMkLst>
            <pc:docMk/>
            <pc:sldMk cId="0" sldId="264"/>
            <ac:spMk id="20" creationId="{00000000-0000-0000-0000-000000000000}"/>
          </ac:spMkLst>
        </pc:spChg>
        <pc:spChg chg="mod">
          <ac:chgData name="ELMÚDESI María Rebeca" userId="e7be1e70-0af8-4ef1-bd39-e39be7fa3a6e" providerId="ADAL" clId="{98F09197-DB34-48E3-BFF1-6D57C44CEE7B}" dt="2026-09-17T13:07:49.716" v="1077" actId="20577"/>
          <ac:spMkLst>
            <pc:docMk/>
            <pc:sldMk cId="0" sldId="264"/>
            <ac:spMk id="22" creationId="{00000000-0000-0000-0000-000000000000}"/>
          </ac:spMkLst>
        </pc:spChg>
      </pc:sldChg>
      <pc:sldChg chg="del">
        <pc:chgData name="ELMÚDESI María Rebeca" userId="e7be1e70-0af8-4ef1-bd39-e39be7fa3a6e" providerId="ADAL" clId="{98F09197-DB34-48E3-BFF1-6D57C44CEE7B}" dt="2026-09-17T12:41:39.055" v="176" actId="47"/>
        <pc:sldMkLst>
          <pc:docMk/>
          <pc:sldMk cId="0" sldId="267"/>
        </pc:sldMkLst>
      </pc:sldChg>
      <pc:sldChg chg="modSp add mod modShow">
        <pc:chgData name="ELMÚDESI María Rebeca" userId="e7be1e70-0af8-4ef1-bd39-e39be7fa3a6e" providerId="ADAL" clId="{98F09197-DB34-48E3-BFF1-6D57C44CEE7B}" dt="2026-09-17T13:10:09.533" v="1162" actId="34476"/>
        <pc:sldMkLst>
          <pc:docMk/>
          <pc:sldMk cId="3453292158" sldId="433"/>
        </pc:sldMkLst>
        <pc:spChg chg="mod">
          <ac:chgData name="ELMÚDESI María Rebeca" userId="e7be1e70-0af8-4ef1-bd39-e39be7fa3a6e" providerId="ADAL" clId="{98F09197-DB34-48E3-BFF1-6D57C44CEE7B}" dt="2026-09-17T12:57:15.159" v="445" actId="20577"/>
          <ac:spMkLst>
            <pc:docMk/>
            <pc:sldMk cId="3453292158" sldId="433"/>
            <ac:spMk id="6" creationId="{D25866E7-587E-EDB3-0896-487D36390FC8}"/>
          </ac:spMkLst>
        </pc:spChg>
        <pc:spChg chg="mod">
          <ac:chgData name="ELMÚDESI María Rebeca" userId="e7be1e70-0af8-4ef1-bd39-e39be7fa3a6e" providerId="ADAL" clId="{98F09197-DB34-48E3-BFF1-6D57C44CEE7B}" dt="2026-09-17T12:57:27.201" v="472" actId="20577"/>
          <ac:spMkLst>
            <pc:docMk/>
            <pc:sldMk cId="3453292158" sldId="433"/>
            <ac:spMk id="7" creationId="{B2263ED6-CC8E-6745-49EF-F4384288A3E1}"/>
          </ac:spMkLst>
        </pc:spChg>
        <pc:spChg chg="mod">
          <ac:chgData name="ELMÚDESI María Rebeca" userId="e7be1e70-0af8-4ef1-bd39-e39be7fa3a6e" providerId="ADAL" clId="{98F09197-DB34-48E3-BFF1-6D57C44CEE7B}" dt="2026-09-17T12:57:31.608" v="484" actId="20577"/>
          <ac:spMkLst>
            <pc:docMk/>
            <pc:sldMk cId="3453292158" sldId="433"/>
            <ac:spMk id="8" creationId="{B35DFDA9-0DFD-AEDB-6F1D-00AAE3E272FF}"/>
          </ac:spMkLst>
        </pc:spChg>
        <pc:spChg chg="mod">
          <ac:chgData name="ELMÚDESI María Rebeca" userId="e7be1e70-0af8-4ef1-bd39-e39be7fa3a6e" providerId="ADAL" clId="{98F09197-DB34-48E3-BFF1-6D57C44CEE7B}" dt="2026-09-17T12:58:27.925" v="510" actId="20577"/>
          <ac:spMkLst>
            <pc:docMk/>
            <pc:sldMk cId="3453292158" sldId="433"/>
            <ac:spMk id="9" creationId="{BB4040F9-8A36-3632-DC43-A82E92064AB7}"/>
          </ac:spMkLst>
        </pc:spChg>
        <pc:spChg chg="mod">
          <ac:chgData name="ELMÚDESI María Rebeca" userId="e7be1e70-0af8-4ef1-bd39-e39be7fa3a6e" providerId="ADAL" clId="{98F09197-DB34-48E3-BFF1-6D57C44CEE7B}" dt="2026-09-17T12:57:55.847" v="500" actId="20577"/>
          <ac:spMkLst>
            <pc:docMk/>
            <pc:sldMk cId="3453292158" sldId="433"/>
            <ac:spMk id="10" creationId="{BE96068E-66D4-6421-EB2C-DBA4FB24AE26}"/>
          </ac:spMkLst>
        </pc:spChg>
        <pc:spChg chg="mod">
          <ac:chgData name="ELMÚDESI María Rebeca" userId="e7be1e70-0af8-4ef1-bd39-e39be7fa3a6e" providerId="ADAL" clId="{98F09197-DB34-48E3-BFF1-6D57C44CEE7B}" dt="2026-09-17T12:57:18.746" v="450" actId="20577"/>
          <ac:spMkLst>
            <pc:docMk/>
            <pc:sldMk cId="3453292158" sldId="433"/>
            <ac:spMk id="14" creationId="{01A3979B-0E0A-8843-187C-2DE8C9F49229}"/>
          </ac:spMkLst>
        </pc:spChg>
        <pc:spChg chg="mod">
          <ac:chgData name="ELMÚDESI María Rebeca" userId="e7be1e70-0af8-4ef1-bd39-e39be7fa3a6e" providerId="ADAL" clId="{98F09197-DB34-48E3-BFF1-6D57C44CEE7B}" dt="2026-09-17T12:57:21.907" v="458" actId="20577"/>
          <ac:spMkLst>
            <pc:docMk/>
            <pc:sldMk cId="3453292158" sldId="433"/>
            <ac:spMk id="15" creationId="{A4C2C572-7CA0-B847-5C22-8619D939F96B}"/>
          </ac:spMkLst>
        </pc:spChg>
        <pc:spChg chg="mod">
          <ac:chgData name="ELMÚDESI María Rebeca" userId="e7be1e70-0af8-4ef1-bd39-e39be7fa3a6e" providerId="ADAL" clId="{98F09197-DB34-48E3-BFF1-6D57C44CEE7B}" dt="2026-09-17T12:57:38.788" v="496" actId="20577"/>
          <ac:spMkLst>
            <pc:docMk/>
            <pc:sldMk cId="3453292158" sldId="433"/>
            <ac:spMk id="16" creationId="{AD578A76-BD12-665C-AEC5-2B06954F28F9}"/>
          </ac:spMkLst>
        </pc:spChg>
        <pc:spChg chg="mod">
          <ac:chgData name="ELMÚDESI María Rebeca" userId="e7be1e70-0af8-4ef1-bd39-e39be7fa3a6e" providerId="ADAL" clId="{98F09197-DB34-48E3-BFF1-6D57C44CEE7B}" dt="2026-09-17T12:58:34.549" v="523" actId="20577"/>
          <ac:spMkLst>
            <pc:docMk/>
            <pc:sldMk cId="3453292158" sldId="433"/>
            <ac:spMk id="17" creationId="{77B49456-F521-B7FC-862A-4D93319866D1}"/>
          </ac:spMkLst>
        </pc:spChg>
        <pc:spChg chg="mod">
          <ac:chgData name="ELMÚDESI María Rebeca" userId="e7be1e70-0af8-4ef1-bd39-e39be7fa3a6e" providerId="ADAL" clId="{98F09197-DB34-48E3-BFF1-6D57C44CEE7B}" dt="2026-09-17T12:57:11.295" v="440" actId="20577"/>
          <ac:spMkLst>
            <pc:docMk/>
            <pc:sldMk cId="3453292158" sldId="433"/>
            <ac:spMk id="18" creationId="{31A65F3E-9838-97C0-96C5-0C647D1D0DBF}"/>
          </ac:spMkLst>
        </pc:spChg>
        <pc:spChg chg="mod">
          <ac:chgData name="ELMÚDESI María Rebeca" userId="e7be1e70-0af8-4ef1-bd39-e39be7fa3a6e" providerId="ADAL" clId="{98F09197-DB34-48E3-BFF1-6D57C44CEE7B}" dt="2026-09-17T12:58:00.022" v="504" actId="20577"/>
          <ac:spMkLst>
            <pc:docMk/>
            <pc:sldMk cId="3453292158" sldId="433"/>
            <ac:spMk id="21" creationId="{3FEE85B4-2398-961A-CB01-82BD3FD0010D}"/>
          </ac:spMkLst>
        </pc:spChg>
      </pc:sldChg>
      <pc:sldChg chg="delSp modSp add mod delAnim modShow">
        <pc:chgData name="ELMÚDESI María Rebeca" userId="e7be1e70-0af8-4ef1-bd39-e39be7fa3a6e" providerId="ADAL" clId="{98F09197-DB34-48E3-BFF1-6D57C44CEE7B}" dt="2026-09-17T13:10:09.533" v="1162" actId="34476"/>
        <pc:sldMkLst>
          <pc:docMk/>
          <pc:sldMk cId="2699602624" sldId="641"/>
        </pc:sldMkLst>
        <pc:spChg chg="del mod">
          <ac:chgData name="ELMÚDESI María Rebeca" userId="e7be1e70-0af8-4ef1-bd39-e39be7fa3a6e" providerId="ADAL" clId="{98F09197-DB34-48E3-BFF1-6D57C44CEE7B}" dt="2026-09-17T13:03:17.125" v="798" actId="478"/>
          <ac:spMkLst>
            <pc:docMk/>
            <pc:sldMk cId="2699602624" sldId="641"/>
            <ac:spMk id="4" creationId="{5783E67F-FAA6-B9D3-E1BB-6DAAE353AA74}"/>
          </ac:spMkLst>
        </pc:spChg>
        <pc:spChg chg="mod">
          <ac:chgData name="ELMÚDESI María Rebeca" userId="e7be1e70-0af8-4ef1-bd39-e39be7fa3a6e" providerId="ADAL" clId="{98F09197-DB34-48E3-BFF1-6D57C44CEE7B}" dt="2026-09-17T13:03:07.173" v="778" actId="20577"/>
          <ac:spMkLst>
            <pc:docMk/>
            <pc:sldMk cId="2699602624" sldId="641"/>
            <ac:spMk id="8" creationId="{BB97678D-88AD-773D-14D6-E9799AFD45AC}"/>
          </ac:spMkLst>
        </pc:spChg>
        <pc:spChg chg="mod">
          <ac:chgData name="ELMÚDESI María Rebeca" userId="e7be1e70-0af8-4ef1-bd39-e39be7fa3a6e" providerId="ADAL" clId="{98F09197-DB34-48E3-BFF1-6D57C44CEE7B}" dt="2026-09-17T13:03:12.943" v="796" actId="20577"/>
          <ac:spMkLst>
            <pc:docMk/>
            <pc:sldMk cId="2699602624" sldId="641"/>
            <ac:spMk id="10" creationId="{17717A28-B5FB-E372-FBDE-037AE463E237}"/>
          </ac:spMkLst>
        </pc:spChg>
        <pc:spChg chg="mod">
          <ac:chgData name="ELMÚDESI María Rebeca" userId="e7be1e70-0af8-4ef1-bd39-e39be7fa3a6e" providerId="ADAL" clId="{98F09197-DB34-48E3-BFF1-6D57C44CEE7B}" dt="2026-09-17T13:02:59.694" v="745" actId="20577"/>
          <ac:spMkLst>
            <pc:docMk/>
            <pc:sldMk cId="2699602624" sldId="641"/>
            <ac:spMk id="18" creationId="{836736CB-980A-8267-D1E9-7776172446C8}"/>
          </ac:spMkLst>
        </pc:spChg>
      </pc:sldChg>
      <pc:sldChg chg="mod modShow modNotesTx">
        <pc:chgData name="ELMÚDESI María Rebeca" userId="e7be1e70-0af8-4ef1-bd39-e39be7fa3a6e" providerId="ADAL" clId="{98F09197-DB34-48E3-BFF1-6D57C44CEE7B}" dt="2026-09-17T13:10:09.533" v="1162" actId="34476"/>
        <pc:sldMkLst>
          <pc:docMk/>
          <pc:sldMk cId="675073142" sldId="651"/>
        </pc:sldMkLst>
      </pc:sldChg>
      <pc:sldChg chg="mod modShow modNotesTx">
        <pc:chgData name="ELMÚDESI María Rebeca" userId="e7be1e70-0af8-4ef1-bd39-e39be7fa3a6e" providerId="ADAL" clId="{98F09197-DB34-48E3-BFF1-6D57C44CEE7B}" dt="2026-09-17T13:10:09.533" v="1162" actId="34476"/>
        <pc:sldMkLst>
          <pc:docMk/>
          <pc:sldMk cId="3628890597" sldId="652"/>
        </pc:sldMkLst>
      </pc:sldChg>
      <pc:sldChg chg="mod modShow modNotesTx">
        <pc:chgData name="ELMÚDESI María Rebeca" userId="e7be1e70-0af8-4ef1-bd39-e39be7fa3a6e" providerId="ADAL" clId="{98F09197-DB34-48E3-BFF1-6D57C44CEE7B}" dt="2026-09-17T13:10:09.533" v="1162" actId="34476"/>
        <pc:sldMkLst>
          <pc:docMk/>
          <pc:sldMk cId="1920680921" sldId="653"/>
        </pc:sldMkLst>
      </pc:sldChg>
      <pc:sldChg chg="addSp delSp modSp mod modAnim modShow modNotesTx">
        <pc:chgData name="ELMÚDESI María Rebeca" userId="e7be1e70-0af8-4ef1-bd39-e39be7fa3a6e" providerId="ADAL" clId="{98F09197-DB34-48E3-BFF1-6D57C44CEE7B}" dt="2026-09-17T13:10:09.533" v="1162" actId="34476"/>
        <pc:sldMkLst>
          <pc:docMk/>
          <pc:sldMk cId="915156704" sldId="654"/>
        </pc:sldMkLst>
        <pc:spChg chg="add mod">
          <ac:chgData name="ELMÚDESI María Rebeca" userId="e7be1e70-0af8-4ef1-bd39-e39be7fa3a6e" providerId="ADAL" clId="{98F09197-DB34-48E3-BFF1-6D57C44CEE7B}" dt="2026-09-17T12:39:42.478" v="48" actId="20577"/>
          <ac:spMkLst>
            <pc:docMk/>
            <pc:sldMk cId="915156704" sldId="654"/>
            <ac:spMk id="2" creationId="{4398B1C8-8021-E308-DB73-3874AFA253BD}"/>
          </ac:spMkLst>
        </pc:spChg>
        <pc:spChg chg="add mod">
          <ac:chgData name="ELMÚDESI María Rebeca" userId="e7be1e70-0af8-4ef1-bd39-e39be7fa3a6e" providerId="ADAL" clId="{98F09197-DB34-48E3-BFF1-6D57C44CEE7B}" dt="2026-09-17T12:39:38.415" v="44" actId="14100"/>
          <ac:spMkLst>
            <pc:docMk/>
            <pc:sldMk cId="915156704" sldId="654"/>
            <ac:spMk id="3" creationId="{DB89E88E-2D5B-B3BC-83A0-ACD448C53A65}"/>
          </ac:spMkLst>
        </pc:spChg>
        <pc:spChg chg="mod">
          <ac:chgData name="ELMÚDESI María Rebeca" userId="e7be1e70-0af8-4ef1-bd39-e39be7fa3a6e" providerId="ADAL" clId="{98F09197-DB34-48E3-BFF1-6D57C44CEE7B}" dt="2026-09-17T12:38:45.362" v="2" actId="1076"/>
          <ac:spMkLst>
            <pc:docMk/>
            <pc:sldMk cId="915156704" sldId="654"/>
            <ac:spMk id="4" creationId="{E378CD7E-C7B5-C9A8-54D5-DB1B3BE771AA}"/>
          </ac:spMkLst>
        </pc:spChg>
        <pc:spChg chg="mod">
          <ac:chgData name="ELMÚDESI María Rebeca" userId="e7be1e70-0af8-4ef1-bd39-e39be7fa3a6e" providerId="ADAL" clId="{98F09197-DB34-48E3-BFF1-6D57C44CEE7B}" dt="2026-09-17T12:40:42.198" v="89" actId="20577"/>
          <ac:spMkLst>
            <pc:docMk/>
            <pc:sldMk cId="915156704" sldId="654"/>
            <ac:spMk id="6" creationId="{45A90F88-70A0-0635-6F7E-F35B961C5323}"/>
          </ac:spMkLst>
        </pc:spChg>
        <pc:spChg chg="del">
          <ac:chgData name="ELMÚDESI María Rebeca" userId="e7be1e70-0af8-4ef1-bd39-e39be7fa3a6e" providerId="ADAL" clId="{98F09197-DB34-48E3-BFF1-6D57C44CEE7B}" dt="2026-09-17T12:38:49.710" v="3" actId="478"/>
          <ac:spMkLst>
            <pc:docMk/>
            <pc:sldMk cId="915156704" sldId="654"/>
            <ac:spMk id="8" creationId="{FFC78027-CFE0-248C-EC28-28BA3E2BC2C8}"/>
          </ac:spMkLst>
        </pc:spChg>
        <pc:spChg chg="mod">
          <ac:chgData name="ELMÚDESI María Rebeca" userId="e7be1e70-0af8-4ef1-bd39-e39be7fa3a6e" providerId="ADAL" clId="{98F09197-DB34-48E3-BFF1-6D57C44CEE7B}" dt="2026-09-17T12:39:16.026" v="39" actId="20577"/>
          <ac:spMkLst>
            <pc:docMk/>
            <pc:sldMk cId="915156704" sldId="654"/>
            <ac:spMk id="16" creationId="{6D87F94A-A984-C295-C3EC-4138196F1DAB}"/>
          </ac:spMkLst>
        </pc:spChg>
        <pc:spChg chg="mod">
          <ac:chgData name="ELMÚDESI María Rebeca" userId="e7be1e70-0af8-4ef1-bd39-e39be7fa3a6e" providerId="ADAL" clId="{98F09197-DB34-48E3-BFF1-6D57C44CEE7B}" dt="2026-09-17T12:39:05.922" v="15" actId="20577"/>
          <ac:spMkLst>
            <pc:docMk/>
            <pc:sldMk cId="915156704" sldId="654"/>
            <ac:spMk id="20" creationId="{A3DDB866-E204-B504-010D-968C6FF352C9}"/>
          </ac:spMkLst>
        </pc:spChg>
        <pc:spChg chg="mod">
          <ac:chgData name="ELMÚDESI María Rebeca" userId="e7be1e70-0af8-4ef1-bd39-e39be7fa3a6e" providerId="ADAL" clId="{98F09197-DB34-48E3-BFF1-6D57C44CEE7B}" dt="2026-09-17T12:38:57.418" v="4" actId="14100"/>
          <ac:spMkLst>
            <pc:docMk/>
            <pc:sldMk cId="915156704" sldId="654"/>
            <ac:spMk id="38" creationId="{E0278B29-7606-42D4-60AA-517E60DE4395}"/>
          </ac:spMkLst>
        </pc:spChg>
        <pc:spChg chg="mod">
          <ac:chgData name="ELMÚDESI María Rebeca" userId="e7be1e70-0af8-4ef1-bd39-e39be7fa3a6e" providerId="ADAL" clId="{98F09197-DB34-48E3-BFF1-6D57C44CEE7B}" dt="2026-09-17T12:39:46.959" v="54" actId="20577"/>
          <ac:spMkLst>
            <pc:docMk/>
            <pc:sldMk cId="915156704" sldId="654"/>
            <ac:spMk id="40" creationId="{BF102211-E12B-A1C4-E857-D6003B05D5D8}"/>
          </ac:spMkLst>
        </pc:spChg>
        <pc:picChg chg="del">
          <ac:chgData name="ELMÚDESI María Rebeca" userId="e7be1e70-0af8-4ef1-bd39-e39be7fa3a6e" providerId="ADAL" clId="{98F09197-DB34-48E3-BFF1-6D57C44CEE7B}" dt="2026-09-17T12:38:49.710" v="3" actId="478"/>
          <ac:picMkLst>
            <pc:docMk/>
            <pc:sldMk cId="915156704" sldId="654"/>
            <ac:picMk id="10" creationId="{84224DE6-B7FD-A7EB-82E4-BD8BA83BCCA9}"/>
          </ac:picMkLst>
        </pc:picChg>
      </pc:sldChg>
      <pc:sldChg chg="delSp modSp mod modShow modNotesTx">
        <pc:chgData name="ELMÚDESI María Rebeca" userId="e7be1e70-0af8-4ef1-bd39-e39be7fa3a6e" providerId="ADAL" clId="{98F09197-DB34-48E3-BFF1-6D57C44CEE7B}" dt="2026-09-17T13:10:09.533" v="1162" actId="34476"/>
        <pc:sldMkLst>
          <pc:docMk/>
          <pc:sldMk cId="1031823421" sldId="655"/>
        </pc:sldMkLst>
        <pc:spChg chg="mod">
          <ac:chgData name="ELMÚDESI María Rebeca" userId="e7be1e70-0af8-4ef1-bd39-e39be7fa3a6e" providerId="ADAL" clId="{98F09197-DB34-48E3-BFF1-6D57C44CEE7B}" dt="2026-09-17T12:40:28.032" v="70" actId="20577"/>
          <ac:spMkLst>
            <pc:docMk/>
            <pc:sldMk cId="1031823421" sldId="655"/>
            <ac:spMk id="3" creationId="{BD398C63-ABDF-FE0B-650A-85C90E31DA68}"/>
          </ac:spMkLst>
        </pc:spChg>
        <pc:spChg chg="mod">
          <ac:chgData name="ELMÚDESI María Rebeca" userId="e7be1e70-0af8-4ef1-bd39-e39be7fa3a6e" providerId="ADAL" clId="{98F09197-DB34-48E3-BFF1-6D57C44CEE7B}" dt="2026-09-17T12:40:35.670" v="79" actId="20577"/>
          <ac:spMkLst>
            <pc:docMk/>
            <pc:sldMk cId="1031823421" sldId="655"/>
            <ac:spMk id="6" creationId="{90042FED-7F4B-2BE4-D259-9240540D3CCD}"/>
          </ac:spMkLst>
        </pc:spChg>
        <pc:spChg chg="del">
          <ac:chgData name="ELMÚDESI María Rebeca" userId="e7be1e70-0af8-4ef1-bd39-e39be7fa3a6e" providerId="ADAL" clId="{98F09197-DB34-48E3-BFF1-6D57C44CEE7B}" dt="2026-09-17T12:40:03.728" v="56" actId="478"/>
          <ac:spMkLst>
            <pc:docMk/>
            <pc:sldMk cId="1031823421" sldId="655"/>
            <ac:spMk id="8" creationId="{6FE0EB75-24A4-C17C-3A71-868B97452A87}"/>
          </ac:spMkLst>
        </pc:spChg>
        <pc:spChg chg="mod">
          <ac:chgData name="ELMÚDESI María Rebeca" userId="e7be1e70-0af8-4ef1-bd39-e39be7fa3a6e" providerId="ADAL" clId="{98F09197-DB34-48E3-BFF1-6D57C44CEE7B}" dt="2026-09-17T12:40:54.980" v="121" actId="20577"/>
          <ac:spMkLst>
            <pc:docMk/>
            <pc:sldMk cId="1031823421" sldId="655"/>
            <ac:spMk id="16" creationId="{BC1CA948-3545-E3D8-7EC6-8BCA8964C0CD}"/>
          </ac:spMkLst>
        </pc:spChg>
        <pc:spChg chg="mod">
          <ac:chgData name="ELMÚDESI María Rebeca" userId="e7be1e70-0af8-4ef1-bd39-e39be7fa3a6e" providerId="ADAL" clId="{98F09197-DB34-48E3-BFF1-6D57C44CEE7B}" dt="2026-09-17T12:40:14.183" v="57" actId="14100"/>
          <ac:spMkLst>
            <pc:docMk/>
            <pc:sldMk cId="1031823421" sldId="655"/>
            <ac:spMk id="18" creationId="{7D0B0F2C-72CF-8410-0D91-A6BB7F257C8D}"/>
          </ac:spMkLst>
        </pc:spChg>
        <pc:spChg chg="mod">
          <ac:chgData name="ELMÚDESI María Rebeca" userId="e7be1e70-0af8-4ef1-bd39-e39be7fa3a6e" providerId="ADAL" clId="{98F09197-DB34-48E3-BFF1-6D57C44CEE7B}" dt="2026-09-17T12:40:32.627" v="74" actId="20577"/>
          <ac:spMkLst>
            <pc:docMk/>
            <pc:sldMk cId="1031823421" sldId="655"/>
            <ac:spMk id="20" creationId="{1C888B34-BA64-EFB3-3AA9-78114777F706}"/>
          </ac:spMkLst>
        </pc:spChg>
        <pc:spChg chg="mod">
          <ac:chgData name="ELMÚDESI María Rebeca" userId="e7be1e70-0af8-4ef1-bd39-e39be7fa3a6e" providerId="ADAL" clId="{98F09197-DB34-48E3-BFF1-6D57C44CEE7B}" dt="2026-09-17T12:40:20.345" v="58" actId="14100"/>
          <ac:spMkLst>
            <pc:docMk/>
            <pc:sldMk cId="1031823421" sldId="655"/>
            <ac:spMk id="38" creationId="{6B0EE5DC-1CCF-AE80-79AE-D992116E4335}"/>
          </ac:spMkLst>
        </pc:spChg>
        <pc:spChg chg="mod">
          <ac:chgData name="ELMÚDESI María Rebeca" userId="e7be1e70-0af8-4ef1-bd39-e39be7fa3a6e" providerId="ADAL" clId="{98F09197-DB34-48E3-BFF1-6D57C44CEE7B}" dt="2026-09-17T12:40:58.741" v="127" actId="20577"/>
          <ac:spMkLst>
            <pc:docMk/>
            <pc:sldMk cId="1031823421" sldId="655"/>
            <ac:spMk id="40" creationId="{E4624455-F82D-E08B-1237-323A5B76EB6F}"/>
          </ac:spMkLst>
        </pc:spChg>
        <pc:picChg chg="del">
          <ac:chgData name="ELMÚDESI María Rebeca" userId="e7be1e70-0af8-4ef1-bd39-e39be7fa3a6e" providerId="ADAL" clId="{98F09197-DB34-48E3-BFF1-6D57C44CEE7B}" dt="2026-09-17T12:40:00.629" v="55" actId="478"/>
          <ac:picMkLst>
            <pc:docMk/>
            <pc:sldMk cId="1031823421" sldId="655"/>
            <ac:picMk id="4" creationId="{B5B6A913-53B3-513A-E87E-E72AE0E8B5D0}"/>
          </ac:picMkLst>
        </pc:picChg>
        <pc:picChg chg="del">
          <ac:chgData name="ELMÚDESI María Rebeca" userId="e7be1e70-0af8-4ef1-bd39-e39be7fa3a6e" providerId="ADAL" clId="{98F09197-DB34-48E3-BFF1-6D57C44CEE7B}" dt="2026-09-17T12:40:03.728" v="56" actId="478"/>
          <ac:picMkLst>
            <pc:docMk/>
            <pc:sldMk cId="1031823421" sldId="655"/>
            <ac:picMk id="7" creationId="{154749CA-B79A-B08E-2905-025A84967078}"/>
          </ac:picMkLst>
        </pc:picChg>
      </pc:sldChg>
      <pc:sldChg chg="modSp mod modShow modNotesTx">
        <pc:chgData name="ELMÚDESI María Rebeca" userId="e7be1e70-0af8-4ef1-bd39-e39be7fa3a6e" providerId="ADAL" clId="{98F09197-DB34-48E3-BFF1-6D57C44CEE7B}" dt="2026-09-17T13:10:09.533" v="1162" actId="34476"/>
        <pc:sldMkLst>
          <pc:docMk/>
          <pc:sldMk cId="3628026555" sldId="656"/>
        </pc:sldMkLst>
        <pc:spChg chg="mod">
          <ac:chgData name="ELMÚDESI María Rebeca" userId="e7be1e70-0af8-4ef1-bd39-e39be7fa3a6e" providerId="ADAL" clId="{98F09197-DB34-48E3-BFF1-6D57C44CEE7B}" dt="2026-09-17T12:41:06.458" v="146" actId="20577"/>
          <ac:spMkLst>
            <pc:docMk/>
            <pc:sldMk cId="3628026555" sldId="656"/>
            <ac:spMk id="6" creationId="{E286BD3C-0C2B-1284-6058-A800357CC93D}"/>
          </ac:spMkLst>
        </pc:spChg>
        <pc:spChg chg="mod">
          <ac:chgData name="ELMÚDESI María Rebeca" userId="e7be1e70-0af8-4ef1-bd39-e39be7fa3a6e" providerId="ADAL" clId="{98F09197-DB34-48E3-BFF1-6D57C44CEE7B}" dt="2026-09-17T12:41:12.233" v="150" actId="20577"/>
          <ac:spMkLst>
            <pc:docMk/>
            <pc:sldMk cId="3628026555" sldId="656"/>
            <ac:spMk id="14" creationId="{9E69094F-1BEA-56AE-4BE4-E1F2EDBC93B4}"/>
          </ac:spMkLst>
        </pc:spChg>
        <pc:spChg chg="mod">
          <ac:chgData name="ELMÚDESI María Rebeca" userId="e7be1e70-0af8-4ef1-bd39-e39be7fa3a6e" providerId="ADAL" clId="{98F09197-DB34-48E3-BFF1-6D57C44CEE7B}" dt="2026-09-17T12:41:14.721" v="154" actId="20577"/>
          <ac:spMkLst>
            <pc:docMk/>
            <pc:sldMk cId="3628026555" sldId="656"/>
            <ac:spMk id="22" creationId="{955E7338-D1EC-B6E7-06E8-6228240B7E29}"/>
          </ac:spMkLst>
        </pc:spChg>
        <pc:spChg chg="mod">
          <ac:chgData name="ELMÚDESI María Rebeca" userId="e7be1e70-0af8-4ef1-bd39-e39be7fa3a6e" providerId="ADAL" clId="{98F09197-DB34-48E3-BFF1-6D57C44CEE7B}" dt="2026-09-17T12:41:16.976" v="158" actId="20577"/>
          <ac:spMkLst>
            <pc:docMk/>
            <pc:sldMk cId="3628026555" sldId="656"/>
            <ac:spMk id="30" creationId="{7B75FC6B-346C-A84F-34FA-F6A991CFE684}"/>
          </ac:spMkLst>
        </pc:spChg>
        <pc:spChg chg="mod">
          <ac:chgData name="ELMÚDESI María Rebeca" userId="e7be1e70-0af8-4ef1-bd39-e39be7fa3a6e" providerId="ADAL" clId="{98F09197-DB34-48E3-BFF1-6D57C44CEE7B}" dt="2026-09-17T12:41:24.882" v="170" actId="20577"/>
          <ac:spMkLst>
            <pc:docMk/>
            <pc:sldMk cId="3628026555" sldId="656"/>
            <ac:spMk id="38" creationId="{6A9DB9E5-48B7-7AAB-7E44-02FC86E0DBD4}"/>
          </ac:spMkLst>
        </pc:spChg>
        <pc:spChg chg="mod">
          <ac:chgData name="ELMÚDESI María Rebeca" userId="e7be1e70-0af8-4ef1-bd39-e39be7fa3a6e" providerId="ADAL" clId="{98F09197-DB34-48E3-BFF1-6D57C44CEE7B}" dt="2026-09-17T12:41:22.509" v="166" actId="20577"/>
          <ac:spMkLst>
            <pc:docMk/>
            <pc:sldMk cId="3628026555" sldId="656"/>
            <ac:spMk id="46" creationId="{347A7D8D-9273-C569-5428-1DB2E5F874E9}"/>
          </ac:spMkLst>
        </pc:spChg>
        <pc:spChg chg="mod">
          <ac:chgData name="ELMÚDESI María Rebeca" userId="e7be1e70-0af8-4ef1-bd39-e39be7fa3a6e" providerId="ADAL" clId="{98F09197-DB34-48E3-BFF1-6D57C44CEE7B}" dt="2026-09-17T12:41:19.232" v="162" actId="20577"/>
          <ac:spMkLst>
            <pc:docMk/>
            <pc:sldMk cId="3628026555" sldId="656"/>
            <ac:spMk id="54" creationId="{E2FD1CF9-8A0B-EB57-4127-FA379F187628}"/>
          </ac:spMkLst>
        </pc:spChg>
      </pc:sldChg>
      <pc:sldChg chg="addSp delSp modSp mod modShow modNotesTx">
        <pc:chgData name="ELMÚDESI María Rebeca" userId="e7be1e70-0af8-4ef1-bd39-e39be7fa3a6e" providerId="ADAL" clId="{98F09197-DB34-48E3-BFF1-6D57C44CEE7B}" dt="2026-09-17T13:10:09.533" v="1162" actId="34476"/>
        <pc:sldMkLst>
          <pc:docMk/>
          <pc:sldMk cId="3561310772" sldId="657"/>
        </pc:sldMkLst>
        <pc:spChg chg="add del mod">
          <ac:chgData name="ELMÚDESI María Rebeca" userId="e7be1e70-0af8-4ef1-bd39-e39be7fa3a6e" providerId="ADAL" clId="{98F09197-DB34-48E3-BFF1-6D57C44CEE7B}" dt="2026-09-17T12:42:59.369" v="252"/>
          <ac:spMkLst>
            <pc:docMk/>
            <pc:sldMk cId="3561310772" sldId="657"/>
            <ac:spMk id="2" creationId="{88393D04-347F-B33E-8506-DB393E684999}"/>
          </ac:spMkLst>
        </pc:spChg>
        <pc:spChg chg="mod">
          <ac:chgData name="ELMÚDESI María Rebeca" userId="e7be1e70-0af8-4ef1-bd39-e39be7fa3a6e" providerId="ADAL" clId="{98F09197-DB34-48E3-BFF1-6D57C44CEE7B}" dt="2026-09-17T12:42:46.066" v="233" actId="1076"/>
          <ac:spMkLst>
            <pc:docMk/>
            <pc:sldMk cId="3561310772" sldId="657"/>
            <ac:spMk id="16" creationId="{23945D88-BDE7-CDC9-44FB-30F82B351D9A}"/>
          </ac:spMkLst>
        </pc:spChg>
        <pc:spChg chg="mod">
          <ac:chgData name="ELMÚDESI María Rebeca" userId="e7be1e70-0af8-4ef1-bd39-e39be7fa3a6e" providerId="ADAL" clId="{98F09197-DB34-48E3-BFF1-6D57C44CEE7B}" dt="2026-09-17T12:42:33.066" v="231" actId="20577"/>
          <ac:spMkLst>
            <pc:docMk/>
            <pc:sldMk cId="3561310772" sldId="657"/>
            <ac:spMk id="27" creationId="{344D54AB-154C-6C55-B11F-AD9455B663C4}"/>
          </ac:spMkLst>
        </pc:spChg>
        <pc:spChg chg="mod">
          <ac:chgData name="ELMÚDESI María Rebeca" userId="e7be1e70-0af8-4ef1-bd39-e39be7fa3a6e" providerId="ADAL" clId="{98F09197-DB34-48E3-BFF1-6D57C44CEE7B}" dt="2026-09-17T12:42:55.937" v="245" actId="1076"/>
          <ac:spMkLst>
            <pc:docMk/>
            <pc:sldMk cId="3561310772" sldId="657"/>
            <ac:spMk id="38" creationId="{A4609704-B22C-84F8-5081-6DB6E2380892}"/>
          </ac:spMkLst>
        </pc:spChg>
        <pc:spChg chg="mod">
          <ac:chgData name="ELMÚDESI María Rebeca" userId="e7be1e70-0af8-4ef1-bd39-e39be7fa3a6e" providerId="ADAL" clId="{98F09197-DB34-48E3-BFF1-6D57C44CEE7B}" dt="2026-09-17T12:43:03.911" v="253" actId="1076"/>
          <ac:spMkLst>
            <pc:docMk/>
            <pc:sldMk cId="3561310772" sldId="657"/>
            <ac:spMk id="48" creationId="{E775E1BD-0DAA-273E-CBBE-15664B982A2D}"/>
          </ac:spMkLst>
        </pc:spChg>
        <pc:spChg chg="mod">
          <ac:chgData name="ELMÚDESI María Rebeca" userId="e7be1e70-0af8-4ef1-bd39-e39be7fa3a6e" providerId="ADAL" clId="{98F09197-DB34-48E3-BFF1-6D57C44CEE7B}" dt="2026-09-17T12:43:13.114" v="259" actId="1076"/>
          <ac:spMkLst>
            <pc:docMk/>
            <pc:sldMk cId="3561310772" sldId="657"/>
            <ac:spMk id="61" creationId="{4AE7BD3B-D171-74A3-91E5-12209F4A08C1}"/>
          </ac:spMkLst>
        </pc:spChg>
        <pc:spChg chg="mod">
          <ac:chgData name="ELMÚDESI María Rebeca" userId="e7be1e70-0af8-4ef1-bd39-e39be7fa3a6e" providerId="ADAL" clId="{98F09197-DB34-48E3-BFF1-6D57C44CEE7B}" dt="2026-09-17T12:42:27.643" v="219" actId="20577"/>
          <ac:spMkLst>
            <pc:docMk/>
            <pc:sldMk cId="3561310772" sldId="657"/>
            <ac:spMk id="65" creationId="{1D5A2B72-6B45-8435-C6AA-1C1D7AF8CD55}"/>
          </ac:spMkLst>
        </pc:spChg>
      </pc:sldChg>
      <pc:sldChg chg="del modNotesTx">
        <pc:chgData name="ELMÚDESI María Rebeca" userId="e7be1e70-0af8-4ef1-bd39-e39be7fa3a6e" providerId="ADAL" clId="{98F09197-DB34-48E3-BFF1-6D57C44CEE7B}" dt="2026-09-17T13:05:22.782" v="848" actId="47"/>
        <pc:sldMkLst>
          <pc:docMk/>
          <pc:sldMk cId="3659647290" sldId="658"/>
        </pc:sldMkLst>
      </pc:sldChg>
      <pc:sldChg chg="addSp delSp modSp mod delAnim modShow modNotesTx">
        <pc:chgData name="ELMÚDESI María Rebeca" userId="e7be1e70-0af8-4ef1-bd39-e39be7fa3a6e" providerId="ADAL" clId="{98F09197-DB34-48E3-BFF1-6D57C44CEE7B}" dt="2026-09-17T13:10:09.533" v="1162" actId="34476"/>
        <pc:sldMkLst>
          <pc:docMk/>
          <pc:sldMk cId="2242679385" sldId="659"/>
        </pc:sldMkLst>
        <pc:spChg chg="add mod">
          <ac:chgData name="ELMÚDESI María Rebeca" userId="e7be1e70-0af8-4ef1-bd39-e39be7fa3a6e" providerId="ADAL" clId="{98F09197-DB34-48E3-BFF1-6D57C44CEE7B}" dt="2026-09-17T12:44:26.564" v="350" actId="20577"/>
          <ac:spMkLst>
            <pc:docMk/>
            <pc:sldMk cId="2242679385" sldId="659"/>
            <ac:spMk id="2" creationId="{F1189513-5465-8DB4-37D9-10BFED88AEBE}"/>
          </ac:spMkLst>
        </pc:spChg>
        <pc:spChg chg="mod">
          <ac:chgData name="ELMÚDESI María Rebeca" userId="e7be1e70-0af8-4ef1-bd39-e39be7fa3a6e" providerId="ADAL" clId="{98F09197-DB34-48E3-BFF1-6D57C44CEE7B}" dt="2026-09-17T12:43:43.705" v="320" actId="20577"/>
          <ac:spMkLst>
            <pc:docMk/>
            <pc:sldMk cId="2242679385" sldId="659"/>
            <ac:spMk id="17" creationId="{45D942D3-94B2-E1C6-CB99-8C2D6387A523}"/>
          </ac:spMkLst>
        </pc:spChg>
        <pc:spChg chg="mod">
          <ac:chgData name="ELMÚDESI María Rebeca" userId="e7be1e70-0af8-4ef1-bd39-e39be7fa3a6e" providerId="ADAL" clId="{98F09197-DB34-48E3-BFF1-6D57C44CEE7B}" dt="2026-09-17T12:43:47.645" v="327" actId="20577"/>
          <ac:spMkLst>
            <pc:docMk/>
            <pc:sldMk cId="2242679385" sldId="659"/>
            <ac:spMk id="29" creationId="{294B8DBF-6246-C6F1-035F-F956758BDE71}"/>
          </ac:spMkLst>
        </pc:spChg>
        <pc:spChg chg="mod">
          <ac:chgData name="ELMÚDESI María Rebeca" userId="e7be1e70-0af8-4ef1-bd39-e39be7fa3a6e" providerId="ADAL" clId="{98F09197-DB34-48E3-BFF1-6D57C44CEE7B}" dt="2026-09-17T12:43:50.913" v="334" actId="20577"/>
          <ac:spMkLst>
            <pc:docMk/>
            <pc:sldMk cId="2242679385" sldId="659"/>
            <ac:spMk id="42" creationId="{E2A69E1B-58E1-EB22-1388-978F526A520D}"/>
          </ac:spMkLst>
        </pc:spChg>
        <pc:spChg chg="mod">
          <ac:chgData name="ELMÚDESI María Rebeca" userId="e7be1e70-0af8-4ef1-bd39-e39be7fa3a6e" providerId="ADAL" clId="{98F09197-DB34-48E3-BFF1-6D57C44CEE7B}" dt="2026-09-17T12:43:53.574" v="341" actId="20577"/>
          <ac:spMkLst>
            <pc:docMk/>
            <pc:sldMk cId="2242679385" sldId="659"/>
            <ac:spMk id="55" creationId="{A18A52C6-C43E-8682-8E8D-137ECFA41FA8}"/>
          </ac:spMkLst>
        </pc:spChg>
        <pc:spChg chg="mod">
          <ac:chgData name="ELMÚDESI María Rebeca" userId="e7be1e70-0af8-4ef1-bd39-e39be7fa3a6e" providerId="ADAL" clId="{98F09197-DB34-48E3-BFF1-6D57C44CEE7B}" dt="2026-09-17T12:44:24.834" v="345" actId="1076"/>
          <ac:spMkLst>
            <pc:docMk/>
            <pc:sldMk cId="2242679385" sldId="659"/>
            <ac:spMk id="58" creationId="{85B24C6F-C8C5-7A5F-E97C-BF6BBB06BA3F}"/>
          </ac:spMkLst>
        </pc:spChg>
        <pc:picChg chg="del">
          <ac:chgData name="ELMÚDESI María Rebeca" userId="e7be1e70-0af8-4ef1-bd39-e39be7fa3a6e" providerId="ADAL" clId="{98F09197-DB34-48E3-BFF1-6D57C44CEE7B}" dt="2026-09-17T12:43:17.409" v="260" actId="478"/>
          <ac:picMkLst>
            <pc:docMk/>
            <pc:sldMk cId="2242679385" sldId="659"/>
            <ac:picMk id="60" creationId="{3EE41C99-8E9F-B4FC-F64D-37D37AFA36B7}"/>
          </ac:picMkLst>
        </pc:picChg>
      </pc:sldChg>
      <pc:sldChg chg="modSp add mod modShow">
        <pc:chgData name="ELMÚDESI María Rebeca" userId="e7be1e70-0af8-4ef1-bd39-e39be7fa3a6e" providerId="ADAL" clId="{98F09197-DB34-48E3-BFF1-6D57C44CEE7B}" dt="2026-09-17T13:10:09.533" v="1162" actId="34476"/>
        <pc:sldMkLst>
          <pc:docMk/>
          <pc:sldMk cId="331628297" sldId="661"/>
        </pc:sldMkLst>
        <pc:spChg chg="mod">
          <ac:chgData name="ELMÚDESI María Rebeca" userId="e7be1e70-0af8-4ef1-bd39-e39be7fa3a6e" providerId="ADAL" clId="{98F09197-DB34-48E3-BFF1-6D57C44CEE7B}" dt="2026-09-17T13:00:35.647" v="587" actId="20577"/>
          <ac:spMkLst>
            <pc:docMk/>
            <pc:sldMk cId="331628297" sldId="661"/>
            <ac:spMk id="16" creationId="{B82449E1-11C6-71D6-197B-D27E2409097F}"/>
          </ac:spMkLst>
        </pc:spChg>
        <pc:spChg chg="mod">
          <ac:chgData name="ELMÚDESI María Rebeca" userId="e7be1e70-0af8-4ef1-bd39-e39be7fa3a6e" providerId="ADAL" clId="{98F09197-DB34-48E3-BFF1-6D57C44CEE7B}" dt="2026-09-17T13:00:44.489" v="611" actId="20577"/>
          <ac:spMkLst>
            <pc:docMk/>
            <pc:sldMk cId="331628297" sldId="661"/>
            <ac:spMk id="19" creationId="{00000000-0000-0000-0000-000000000000}"/>
          </ac:spMkLst>
        </pc:spChg>
        <pc:spChg chg="mod">
          <ac:chgData name="ELMÚDESI María Rebeca" userId="e7be1e70-0af8-4ef1-bd39-e39be7fa3a6e" providerId="ADAL" clId="{98F09197-DB34-48E3-BFF1-6D57C44CEE7B}" dt="2026-09-17T13:01:05.902" v="657" actId="20577"/>
          <ac:spMkLst>
            <pc:docMk/>
            <pc:sldMk cId="331628297" sldId="661"/>
            <ac:spMk id="22" creationId="{00000000-0000-0000-0000-000000000000}"/>
          </ac:spMkLst>
        </pc:spChg>
        <pc:spChg chg="mod">
          <ac:chgData name="ELMÚDESI María Rebeca" userId="e7be1e70-0af8-4ef1-bd39-e39be7fa3a6e" providerId="ADAL" clId="{98F09197-DB34-48E3-BFF1-6D57C44CEE7B}" dt="2026-09-17T13:00:51.536" v="627" actId="20577"/>
          <ac:spMkLst>
            <pc:docMk/>
            <pc:sldMk cId="331628297" sldId="661"/>
            <ac:spMk id="31" creationId="{00000000-0000-0000-0000-000000000000}"/>
          </ac:spMkLst>
        </pc:spChg>
        <pc:spChg chg="mod">
          <ac:chgData name="ELMÚDESI María Rebeca" userId="e7be1e70-0af8-4ef1-bd39-e39be7fa3a6e" providerId="ADAL" clId="{98F09197-DB34-48E3-BFF1-6D57C44CEE7B}" dt="2026-09-17T13:01:11.254" v="670" actId="20577"/>
          <ac:spMkLst>
            <pc:docMk/>
            <pc:sldMk cId="331628297" sldId="661"/>
            <ac:spMk id="32" creationId="{00000000-0000-0000-0000-000000000000}"/>
          </ac:spMkLst>
        </pc:spChg>
        <pc:spChg chg="mod">
          <ac:chgData name="ELMÚDESI María Rebeca" userId="e7be1e70-0af8-4ef1-bd39-e39be7fa3a6e" providerId="ADAL" clId="{98F09197-DB34-48E3-BFF1-6D57C44CEE7B}" dt="2026-09-17T13:00:56.360" v="637" actId="20577"/>
          <ac:spMkLst>
            <pc:docMk/>
            <pc:sldMk cId="331628297" sldId="661"/>
            <ac:spMk id="35" creationId="{00000000-0000-0000-0000-000000000000}"/>
          </ac:spMkLst>
        </pc:spChg>
        <pc:spChg chg="mod">
          <ac:chgData name="ELMÚDESI María Rebeca" userId="e7be1e70-0af8-4ef1-bd39-e39be7fa3a6e" providerId="ADAL" clId="{98F09197-DB34-48E3-BFF1-6D57C44CEE7B}" dt="2026-09-17T13:01:16.100" v="684" actId="20577"/>
          <ac:spMkLst>
            <pc:docMk/>
            <pc:sldMk cId="331628297" sldId="661"/>
            <ac:spMk id="36" creationId="{00000000-0000-0000-0000-000000000000}"/>
          </ac:spMkLst>
        </pc:spChg>
        <pc:spChg chg="mod">
          <ac:chgData name="ELMÚDESI María Rebeca" userId="e7be1e70-0af8-4ef1-bd39-e39be7fa3a6e" providerId="ADAL" clId="{98F09197-DB34-48E3-BFF1-6D57C44CEE7B}" dt="2026-09-17T13:01:24.807" v="690" actId="20577"/>
          <ac:spMkLst>
            <pc:docMk/>
            <pc:sldMk cId="331628297" sldId="661"/>
            <ac:spMk id="38" creationId="{00000000-0000-0000-0000-000000000000}"/>
          </ac:spMkLst>
        </pc:spChg>
        <pc:spChg chg="mod">
          <ac:chgData name="ELMÚDESI María Rebeca" userId="e7be1e70-0af8-4ef1-bd39-e39be7fa3a6e" providerId="ADAL" clId="{98F09197-DB34-48E3-BFF1-6D57C44CEE7B}" dt="2026-09-17T13:00:38.648" v="595" actId="20577"/>
          <ac:spMkLst>
            <pc:docMk/>
            <pc:sldMk cId="331628297" sldId="661"/>
            <ac:spMk id="39" creationId="{942DEEFB-3C47-E4CB-C64F-A7F66CF43454}"/>
          </ac:spMkLst>
        </pc:spChg>
      </pc:sldChg>
      <pc:sldChg chg="del">
        <pc:chgData name="ELMÚDESI María Rebeca" userId="e7be1e70-0af8-4ef1-bd39-e39be7fa3a6e" providerId="ADAL" clId="{98F09197-DB34-48E3-BFF1-6D57C44CEE7B}" dt="2026-09-17T12:41:28.998" v="172" actId="47"/>
        <pc:sldMkLst>
          <pc:docMk/>
          <pc:sldMk cId="342122959" sldId="661"/>
        </pc:sldMkLst>
      </pc:sldChg>
      <pc:sldChg chg="modSp mod modShow">
        <pc:chgData name="ELMÚDESI María Rebeca" userId="e7be1e70-0af8-4ef1-bd39-e39be7fa3a6e" providerId="ADAL" clId="{98F09197-DB34-48E3-BFF1-6D57C44CEE7B}" dt="2026-09-17T13:10:09.533" v="1162" actId="34476"/>
        <pc:sldMkLst>
          <pc:docMk/>
          <pc:sldMk cId="2682921903" sldId="662"/>
        </pc:sldMkLst>
        <pc:spChg chg="mod">
          <ac:chgData name="ELMÚDESI María Rebeca" userId="e7be1e70-0af8-4ef1-bd39-e39be7fa3a6e" providerId="ADAL" clId="{98F09197-DB34-48E3-BFF1-6D57C44CEE7B}" dt="2026-09-17T12:41:46.550" v="198" actId="20577"/>
          <ac:spMkLst>
            <pc:docMk/>
            <pc:sldMk cId="2682921903" sldId="662"/>
            <ac:spMk id="11" creationId="{2B2667CD-4A7F-390E-DC49-76F00B02BB63}"/>
          </ac:spMkLst>
        </pc:spChg>
      </pc:sldChg>
      <pc:sldChg chg="del">
        <pc:chgData name="ELMÚDESI María Rebeca" userId="e7be1e70-0af8-4ef1-bd39-e39be7fa3a6e" providerId="ADAL" clId="{98F09197-DB34-48E3-BFF1-6D57C44CEE7B}" dt="2026-09-17T12:41:39.025" v="175" actId="47"/>
        <pc:sldMkLst>
          <pc:docMk/>
          <pc:sldMk cId="1665462975" sldId="663"/>
        </pc:sldMkLst>
      </pc:sldChg>
      <pc:sldChg chg="delSp modSp add mod delAnim modShow">
        <pc:chgData name="ELMÚDESI María Rebeca" userId="e7be1e70-0af8-4ef1-bd39-e39be7fa3a6e" providerId="ADAL" clId="{98F09197-DB34-48E3-BFF1-6D57C44CEE7B}" dt="2026-09-17T13:10:09.533" v="1162" actId="34476"/>
        <pc:sldMkLst>
          <pc:docMk/>
          <pc:sldMk cId="4071376605" sldId="663"/>
        </pc:sldMkLst>
        <pc:spChg chg="mod">
          <ac:chgData name="ELMÚDESI María Rebeca" userId="e7be1e70-0af8-4ef1-bd39-e39be7fa3a6e" providerId="ADAL" clId="{98F09197-DB34-48E3-BFF1-6D57C44CEE7B}" dt="2026-09-17T12:55:51.215" v="385" actId="20577"/>
          <ac:spMkLst>
            <pc:docMk/>
            <pc:sldMk cId="4071376605" sldId="663"/>
            <ac:spMk id="33" creationId="{00000000-0000-0000-0000-000000000000}"/>
          </ac:spMkLst>
        </pc:spChg>
        <pc:spChg chg="mod">
          <ac:chgData name="ELMÚDESI María Rebeca" userId="e7be1e70-0af8-4ef1-bd39-e39be7fa3a6e" providerId="ADAL" clId="{98F09197-DB34-48E3-BFF1-6D57C44CEE7B}" dt="2026-09-17T12:55:54.130" v="389" actId="20577"/>
          <ac:spMkLst>
            <pc:docMk/>
            <pc:sldMk cId="4071376605" sldId="663"/>
            <ac:spMk id="38" creationId="{00000000-0000-0000-0000-000000000000}"/>
          </ac:spMkLst>
        </pc:spChg>
        <pc:spChg chg="mod">
          <ac:chgData name="ELMÚDESI María Rebeca" userId="e7be1e70-0af8-4ef1-bd39-e39be7fa3a6e" providerId="ADAL" clId="{98F09197-DB34-48E3-BFF1-6D57C44CEE7B}" dt="2026-09-17T12:56:01.318" v="398" actId="20577"/>
          <ac:spMkLst>
            <pc:docMk/>
            <pc:sldMk cId="4071376605" sldId="663"/>
            <ac:spMk id="40" creationId="{00000000-0000-0000-0000-000000000000}"/>
          </ac:spMkLst>
        </pc:spChg>
        <pc:spChg chg="mod">
          <ac:chgData name="ELMÚDESI María Rebeca" userId="e7be1e70-0af8-4ef1-bd39-e39be7fa3a6e" providerId="ADAL" clId="{98F09197-DB34-48E3-BFF1-6D57C44CEE7B}" dt="2026-09-17T12:55:56.370" v="393" actId="20577"/>
          <ac:spMkLst>
            <pc:docMk/>
            <pc:sldMk cId="4071376605" sldId="663"/>
            <ac:spMk id="51" creationId="{00000000-0000-0000-0000-000000000000}"/>
          </ac:spMkLst>
        </pc:spChg>
        <pc:spChg chg="mod">
          <ac:chgData name="ELMÚDESI María Rebeca" userId="e7be1e70-0af8-4ef1-bd39-e39be7fa3a6e" providerId="ADAL" clId="{98F09197-DB34-48E3-BFF1-6D57C44CEE7B}" dt="2026-09-17T12:56:04.093" v="399" actId="20577"/>
          <ac:spMkLst>
            <pc:docMk/>
            <pc:sldMk cId="4071376605" sldId="663"/>
            <ac:spMk id="52" creationId="{00000000-0000-0000-0000-000000000000}"/>
          </ac:spMkLst>
        </pc:spChg>
        <pc:spChg chg="mod">
          <ac:chgData name="ELMÚDESI María Rebeca" userId="e7be1e70-0af8-4ef1-bd39-e39be7fa3a6e" providerId="ADAL" clId="{98F09197-DB34-48E3-BFF1-6D57C44CEE7B}" dt="2026-09-17T12:55:58.608" v="397" actId="20577"/>
          <ac:spMkLst>
            <pc:docMk/>
            <pc:sldMk cId="4071376605" sldId="663"/>
            <ac:spMk id="57" creationId="{00000000-0000-0000-0000-000000000000}"/>
          </ac:spMkLst>
        </pc:spChg>
        <pc:spChg chg="mod">
          <ac:chgData name="ELMÚDESI María Rebeca" userId="e7be1e70-0af8-4ef1-bd39-e39be7fa3a6e" providerId="ADAL" clId="{98F09197-DB34-48E3-BFF1-6D57C44CEE7B}" dt="2026-09-17T12:56:06.541" v="400" actId="20577"/>
          <ac:spMkLst>
            <pc:docMk/>
            <pc:sldMk cId="4071376605" sldId="663"/>
            <ac:spMk id="58" creationId="{00000000-0000-0000-0000-000000000000}"/>
          </ac:spMkLst>
        </pc:spChg>
        <pc:picChg chg="del">
          <ac:chgData name="ELMÚDESI María Rebeca" userId="e7be1e70-0af8-4ef1-bd39-e39be7fa3a6e" providerId="ADAL" clId="{98F09197-DB34-48E3-BFF1-6D57C44CEE7B}" dt="2026-09-17T12:56:08.268" v="401" actId="478"/>
          <ac:picMkLst>
            <pc:docMk/>
            <pc:sldMk cId="4071376605" sldId="663"/>
            <ac:picMk id="2" creationId="{90DA0DCF-4802-0E09-3D8E-5AE8DC9A2A38}"/>
          </ac:picMkLst>
        </pc:picChg>
      </pc:sldChg>
      <pc:sldChg chg="modSp add mod modShow">
        <pc:chgData name="ELMÚDESI María Rebeca" userId="e7be1e70-0af8-4ef1-bd39-e39be7fa3a6e" providerId="ADAL" clId="{98F09197-DB34-48E3-BFF1-6D57C44CEE7B}" dt="2026-09-17T13:10:09.533" v="1162" actId="34476"/>
        <pc:sldMkLst>
          <pc:docMk/>
          <pc:sldMk cId="1835100485" sldId="664"/>
        </pc:sldMkLst>
        <pc:spChg chg="mod">
          <ac:chgData name="ELMÚDESI María Rebeca" userId="e7be1e70-0af8-4ef1-bd39-e39be7fa3a6e" providerId="ADAL" clId="{98F09197-DB34-48E3-BFF1-6D57C44CEE7B}" dt="2026-09-17T12:56:49.260" v="428" actId="20577"/>
          <ac:spMkLst>
            <pc:docMk/>
            <pc:sldMk cId="1835100485" sldId="664"/>
            <ac:spMk id="13" creationId="{B82C89C8-6710-5A7C-41AB-DE5FE8C51689}"/>
          </ac:spMkLst>
        </pc:spChg>
      </pc:sldChg>
      <pc:sldChg chg="modSp add mod modShow">
        <pc:chgData name="ELMÚDESI María Rebeca" userId="e7be1e70-0af8-4ef1-bd39-e39be7fa3a6e" providerId="ADAL" clId="{98F09197-DB34-48E3-BFF1-6D57C44CEE7B}" dt="2026-09-17T13:10:09.533" v="1162" actId="34476"/>
        <pc:sldMkLst>
          <pc:docMk/>
          <pc:sldMk cId="990074814" sldId="665"/>
        </pc:sldMkLst>
        <pc:spChg chg="mod">
          <ac:chgData name="ELMÚDESI María Rebeca" userId="e7be1e70-0af8-4ef1-bd39-e39be7fa3a6e" providerId="ADAL" clId="{98F09197-DB34-48E3-BFF1-6D57C44CEE7B}" dt="2026-09-17T12:59:34.674" v="535" actId="20577"/>
          <ac:spMkLst>
            <pc:docMk/>
            <pc:sldMk cId="990074814" sldId="665"/>
            <ac:spMk id="4" creationId="{4A67104C-43C1-7BE2-29F6-EAB957DF4E47}"/>
          </ac:spMkLst>
        </pc:spChg>
        <pc:spChg chg="mod">
          <ac:chgData name="ELMÚDESI María Rebeca" userId="e7be1e70-0af8-4ef1-bd39-e39be7fa3a6e" providerId="ADAL" clId="{98F09197-DB34-48E3-BFF1-6D57C44CEE7B}" dt="2026-09-17T12:59:41.559" v="548" actId="20577"/>
          <ac:spMkLst>
            <pc:docMk/>
            <pc:sldMk cId="990074814" sldId="665"/>
            <ac:spMk id="7" creationId="{DC9697F0-E840-DC34-9B32-EE3E91E62CF3}"/>
          </ac:spMkLst>
        </pc:spChg>
        <pc:spChg chg="mod">
          <ac:chgData name="ELMÚDESI María Rebeca" userId="e7be1e70-0af8-4ef1-bd39-e39be7fa3a6e" providerId="ADAL" clId="{98F09197-DB34-48E3-BFF1-6D57C44CEE7B}" dt="2026-09-17T12:59:54.072" v="561" actId="20577"/>
          <ac:spMkLst>
            <pc:docMk/>
            <pc:sldMk cId="990074814" sldId="665"/>
            <ac:spMk id="8" creationId="{A0C1DB79-040C-2BEA-7025-88FFF275F058}"/>
          </ac:spMkLst>
        </pc:spChg>
        <pc:spChg chg="mod">
          <ac:chgData name="ELMÚDESI María Rebeca" userId="e7be1e70-0af8-4ef1-bd39-e39be7fa3a6e" providerId="ADAL" clId="{98F09197-DB34-48E3-BFF1-6D57C44CEE7B}" dt="2026-09-17T12:59:58.696" v="565" actId="20577"/>
          <ac:spMkLst>
            <pc:docMk/>
            <pc:sldMk cId="990074814" sldId="665"/>
            <ac:spMk id="10" creationId="{86D08698-297A-4D47-4574-FDCBCE53D359}"/>
          </ac:spMkLst>
        </pc:spChg>
        <pc:spChg chg="mod">
          <ac:chgData name="ELMÚDESI María Rebeca" userId="e7be1e70-0af8-4ef1-bd39-e39be7fa3a6e" providerId="ADAL" clId="{98F09197-DB34-48E3-BFF1-6D57C44CEE7B}" dt="2026-09-17T13:00:04.849" v="571" actId="20577"/>
          <ac:spMkLst>
            <pc:docMk/>
            <pc:sldMk cId="990074814" sldId="665"/>
            <ac:spMk id="11" creationId="{3174EF3F-DA81-456B-8969-819D5E1DB992}"/>
          </ac:spMkLst>
        </pc:spChg>
        <pc:spChg chg="mod">
          <ac:chgData name="ELMÚDESI María Rebeca" userId="e7be1e70-0af8-4ef1-bd39-e39be7fa3a6e" providerId="ADAL" clId="{98F09197-DB34-48E3-BFF1-6D57C44CEE7B}" dt="2026-09-17T12:59:46.215" v="553" actId="20577"/>
          <ac:spMkLst>
            <pc:docMk/>
            <pc:sldMk cId="990074814" sldId="665"/>
            <ac:spMk id="16" creationId="{24DCE0A5-79A5-46FD-0949-D728CFF705F9}"/>
          </ac:spMkLst>
        </pc:spChg>
        <pc:spChg chg="mod">
          <ac:chgData name="ELMÚDESI María Rebeca" userId="e7be1e70-0af8-4ef1-bd39-e39be7fa3a6e" providerId="ADAL" clId="{98F09197-DB34-48E3-BFF1-6D57C44CEE7B}" dt="2026-09-17T12:59:50.063" v="557" actId="20577"/>
          <ac:spMkLst>
            <pc:docMk/>
            <pc:sldMk cId="990074814" sldId="665"/>
            <ac:spMk id="17" creationId="{8CEB0970-04D8-923D-3B8F-D43389814AB4}"/>
          </ac:spMkLst>
        </pc:spChg>
        <pc:spChg chg="mod">
          <ac:chgData name="ELMÚDESI María Rebeca" userId="e7be1e70-0af8-4ef1-bd39-e39be7fa3a6e" providerId="ADAL" clId="{98F09197-DB34-48E3-BFF1-6D57C44CEE7B}" dt="2026-09-17T13:00:10.523" v="577" actId="20577"/>
          <ac:spMkLst>
            <pc:docMk/>
            <pc:sldMk cId="990074814" sldId="665"/>
            <ac:spMk id="19" creationId="{43A86739-238A-8895-69D4-9F844DC098A2}"/>
          </ac:spMkLst>
        </pc:spChg>
        <pc:spChg chg="mod">
          <ac:chgData name="ELMÚDESI María Rebeca" userId="e7be1e70-0af8-4ef1-bd39-e39be7fa3a6e" providerId="ADAL" clId="{98F09197-DB34-48E3-BFF1-6D57C44CEE7B}" dt="2026-09-17T13:00:13.682" v="581" actId="20577"/>
          <ac:spMkLst>
            <pc:docMk/>
            <pc:sldMk cId="990074814" sldId="665"/>
            <ac:spMk id="20" creationId="{B74CCD07-292C-840B-53CC-661C2E2925F1}"/>
          </ac:spMkLst>
        </pc:spChg>
      </pc:sldChg>
      <pc:sldChg chg="modSp add mod modShow modNotesTx">
        <pc:chgData name="ELMÚDESI María Rebeca" userId="e7be1e70-0af8-4ef1-bd39-e39be7fa3a6e" providerId="ADAL" clId="{98F09197-DB34-48E3-BFF1-6D57C44CEE7B}" dt="2026-09-17T13:10:09.533" v="1162" actId="34476"/>
        <pc:sldMkLst>
          <pc:docMk/>
          <pc:sldMk cId="2155202915" sldId="666"/>
        </pc:sldMkLst>
        <pc:spChg chg="mod">
          <ac:chgData name="ELMÚDESI María Rebeca" userId="e7be1e70-0af8-4ef1-bd39-e39be7fa3a6e" providerId="ADAL" clId="{98F09197-DB34-48E3-BFF1-6D57C44CEE7B}" dt="2026-09-17T13:01:42.011" v="700" actId="20577"/>
          <ac:spMkLst>
            <pc:docMk/>
            <pc:sldMk cId="2155202915" sldId="666"/>
            <ac:spMk id="5" creationId="{00000000-0000-0000-0000-000000000000}"/>
          </ac:spMkLst>
        </pc:spChg>
        <pc:spChg chg="mod">
          <ac:chgData name="ELMÚDESI María Rebeca" userId="e7be1e70-0af8-4ef1-bd39-e39be7fa3a6e" providerId="ADAL" clId="{98F09197-DB34-48E3-BFF1-6D57C44CEE7B}" dt="2026-09-17T13:01:46.211" v="708" actId="20577"/>
          <ac:spMkLst>
            <pc:docMk/>
            <pc:sldMk cId="2155202915" sldId="666"/>
            <ac:spMk id="6" creationId="{00000000-0000-0000-0000-000000000000}"/>
          </ac:spMkLst>
        </pc:spChg>
        <pc:spChg chg="mod">
          <ac:chgData name="ELMÚDESI María Rebeca" userId="e7be1e70-0af8-4ef1-bd39-e39be7fa3a6e" providerId="ADAL" clId="{98F09197-DB34-48E3-BFF1-6D57C44CEE7B}" dt="2026-09-17T13:02:12.033" v="730" actId="20577"/>
          <ac:spMkLst>
            <pc:docMk/>
            <pc:sldMk cId="2155202915" sldId="666"/>
            <ac:spMk id="9" creationId="{00000000-0000-0000-0000-000000000000}"/>
          </ac:spMkLst>
        </pc:spChg>
        <pc:spChg chg="mod">
          <ac:chgData name="ELMÚDESI María Rebeca" userId="e7be1e70-0af8-4ef1-bd39-e39be7fa3a6e" providerId="ADAL" clId="{98F09197-DB34-48E3-BFF1-6D57C44CEE7B}" dt="2026-09-17T13:02:09.242" v="726" actId="20577"/>
          <ac:spMkLst>
            <pc:docMk/>
            <pc:sldMk cId="2155202915" sldId="666"/>
            <ac:spMk id="16" creationId="{00000000-0000-0000-0000-000000000000}"/>
          </ac:spMkLst>
        </pc:spChg>
        <pc:spChg chg="mod">
          <ac:chgData name="ELMÚDESI María Rebeca" userId="e7be1e70-0af8-4ef1-bd39-e39be7fa3a6e" providerId="ADAL" clId="{98F09197-DB34-48E3-BFF1-6D57C44CEE7B}" dt="2026-09-17T13:02:21.463" v="734" actId="20577"/>
          <ac:spMkLst>
            <pc:docMk/>
            <pc:sldMk cId="2155202915" sldId="666"/>
            <ac:spMk id="23" creationId="{00000000-0000-0000-0000-000000000000}"/>
          </ac:spMkLst>
        </pc:spChg>
      </pc:sldChg>
      <pc:sldChg chg="modSp add mod modShow">
        <pc:chgData name="ELMÚDESI María Rebeca" userId="e7be1e70-0af8-4ef1-bd39-e39be7fa3a6e" providerId="ADAL" clId="{98F09197-DB34-48E3-BFF1-6D57C44CEE7B}" dt="2026-09-17T13:10:09.533" v="1162" actId="34476"/>
        <pc:sldMkLst>
          <pc:docMk/>
          <pc:sldMk cId="0" sldId="667"/>
        </pc:sldMkLst>
        <pc:spChg chg="mod">
          <ac:chgData name="ELMÚDESI María Rebeca" userId="e7be1e70-0af8-4ef1-bd39-e39be7fa3a6e" providerId="ADAL" clId="{98F09197-DB34-48E3-BFF1-6D57C44CEE7B}" dt="2026-09-17T13:04:50.677" v="807" actId="20577"/>
          <ac:spMkLst>
            <pc:docMk/>
            <pc:sldMk cId="0" sldId="667"/>
            <ac:spMk id="6" creationId="{00000000-0000-0000-0000-000000000000}"/>
          </ac:spMkLst>
        </pc:spChg>
        <pc:spChg chg="mod">
          <ac:chgData name="ELMÚDESI María Rebeca" userId="e7be1e70-0af8-4ef1-bd39-e39be7fa3a6e" providerId="ADAL" clId="{98F09197-DB34-48E3-BFF1-6D57C44CEE7B}" dt="2026-09-17T13:04:54.897" v="817" actId="20577"/>
          <ac:spMkLst>
            <pc:docMk/>
            <pc:sldMk cId="0" sldId="667"/>
            <ac:spMk id="10" creationId="{00000000-0000-0000-0000-000000000000}"/>
          </ac:spMkLst>
        </pc:spChg>
        <pc:spChg chg="mod">
          <ac:chgData name="ELMÚDESI María Rebeca" userId="e7be1e70-0af8-4ef1-bd39-e39be7fa3a6e" providerId="ADAL" clId="{98F09197-DB34-48E3-BFF1-6D57C44CEE7B}" dt="2026-09-17T13:04:58.822" v="821" actId="20577"/>
          <ac:spMkLst>
            <pc:docMk/>
            <pc:sldMk cId="0" sldId="667"/>
            <ac:spMk id="11" creationId="{00000000-0000-0000-0000-000000000000}"/>
          </ac:spMkLst>
        </pc:spChg>
        <pc:spChg chg="mod">
          <ac:chgData name="ELMÚDESI María Rebeca" userId="e7be1e70-0af8-4ef1-bd39-e39be7fa3a6e" providerId="ADAL" clId="{98F09197-DB34-48E3-BFF1-6D57C44CEE7B}" dt="2026-09-17T13:05:00.893" v="825" actId="20577"/>
          <ac:spMkLst>
            <pc:docMk/>
            <pc:sldMk cId="0" sldId="667"/>
            <ac:spMk id="17" creationId="{00000000-0000-0000-0000-000000000000}"/>
          </ac:spMkLst>
        </pc:spChg>
        <pc:spChg chg="mod">
          <ac:chgData name="ELMÚDESI María Rebeca" userId="e7be1e70-0af8-4ef1-bd39-e39be7fa3a6e" providerId="ADAL" clId="{98F09197-DB34-48E3-BFF1-6D57C44CEE7B}" dt="2026-09-17T13:05:02.893" v="829" actId="20577"/>
          <ac:spMkLst>
            <pc:docMk/>
            <pc:sldMk cId="0" sldId="667"/>
            <ac:spMk id="18" creationId="{00000000-0000-0000-0000-000000000000}"/>
          </ac:spMkLst>
        </pc:spChg>
        <pc:spChg chg="mod">
          <ac:chgData name="ELMÚDESI María Rebeca" userId="e7be1e70-0af8-4ef1-bd39-e39be7fa3a6e" providerId="ADAL" clId="{98F09197-DB34-48E3-BFF1-6D57C44CEE7B}" dt="2026-09-17T13:05:05.042" v="833" actId="20577"/>
          <ac:spMkLst>
            <pc:docMk/>
            <pc:sldMk cId="0" sldId="667"/>
            <ac:spMk id="24" creationId="{00000000-0000-0000-0000-000000000000}"/>
          </ac:spMkLst>
        </pc:spChg>
        <pc:spChg chg="mod">
          <ac:chgData name="ELMÚDESI María Rebeca" userId="e7be1e70-0af8-4ef1-bd39-e39be7fa3a6e" providerId="ADAL" clId="{98F09197-DB34-48E3-BFF1-6D57C44CEE7B}" dt="2026-09-17T13:05:07.024" v="837" actId="20577"/>
          <ac:spMkLst>
            <pc:docMk/>
            <pc:sldMk cId="0" sldId="667"/>
            <ac:spMk id="25" creationId="{00000000-0000-0000-0000-000000000000}"/>
          </ac:spMkLst>
        </pc:spChg>
        <pc:spChg chg="mod">
          <ac:chgData name="ELMÚDESI María Rebeca" userId="e7be1e70-0af8-4ef1-bd39-e39be7fa3a6e" providerId="ADAL" clId="{98F09197-DB34-48E3-BFF1-6D57C44CEE7B}" dt="2026-09-17T13:05:09.009" v="841" actId="20577"/>
          <ac:spMkLst>
            <pc:docMk/>
            <pc:sldMk cId="0" sldId="667"/>
            <ac:spMk id="31" creationId="{00000000-0000-0000-0000-000000000000}"/>
          </ac:spMkLst>
        </pc:spChg>
        <pc:spChg chg="mod">
          <ac:chgData name="ELMÚDESI María Rebeca" userId="e7be1e70-0af8-4ef1-bd39-e39be7fa3a6e" providerId="ADAL" clId="{98F09197-DB34-48E3-BFF1-6D57C44CEE7B}" dt="2026-09-17T13:05:12.237" v="845" actId="20577"/>
          <ac:spMkLst>
            <pc:docMk/>
            <pc:sldMk cId="0" sldId="667"/>
            <ac:spMk id="32" creationId="{00000000-0000-0000-0000-000000000000}"/>
          </ac:spMkLst>
        </pc:spChg>
      </pc:sldChg>
      <pc:sldChg chg="addSp delSp modSp add mod ord modShow">
        <pc:chgData name="ELMÚDESI María Rebeca" userId="e7be1e70-0af8-4ef1-bd39-e39be7fa3a6e" providerId="ADAL" clId="{98F09197-DB34-48E3-BFF1-6D57C44CEE7B}" dt="2026-09-17T13:10:26.589" v="1165" actId="478"/>
        <pc:sldMkLst>
          <pc:docMk/>
          <pc:sldMk cId="798081545" sldId="668"/>
        </pc:sldMkLst>
        <pc:spChg chg="mod">
          <ac:chgData name="ELMÚDESI María Rebeca" userId="e7be1e70-0af8-4ef1-bd39-e39be7fa3a6e" providerId="ADAL" clId="{98F09197-DB34-48E3-BFF1-6D57C44CEE7B}" dt="2026-09-17T13:05:57.896" v="934" actId="20577"/>
          <ac:spMkLst>
            <pc:docMk/>
            <pc:sldMk cId="798081545" sldId="668"/>
            <ac:spMk id="2" creationId="{33AE7EAA-FE9C-663B-B9D5-EF5EBCE58703}"/>
          </ac:spMkLst>
        </pc:spChg>
        <pc:spChg chg="del mod">
          <ac:chgData name="ELMÚDESI María Rebeca" userId="e7be1e70-0af8-4ef1-bd39-e39be7fa3a6e" providerId="ADAL" clId="{98F09197-DB34-48E3-BFF1-6D57C44CEE7B}" dt="2026-09-17T13:10:26.589" v="1165" actId="478"/>
          <ac:spMkLst>
            <pc:docMk/>
            <pc:sldMk cId="798081545" sldId="668"/>
            <ac:spMk id="4" creationId="{5C5FEC43-528B-25EA-B9B2-D97E48752992}"/>
          </ac:spMkLst>
        </pc:spChg>
        <pc:spChg chg="add mod">
          <ac:chgData name="ELMÚDESI María Rebeca" userId="e7be1e70-0af8-4ef1-bd39-e39be7fa3a6e" providerId="ADAL" clId="{98F09197-DB34-48E3-BFF1-6D57C44CEE7B}" dt="2026-09-17T13:10:26.589" v="1165" actId="478"/>
          <ac:spMkLst>
            <pc:docMk/>
            <pc:sldMk cId="798081545" sldId="668"/>
            <ac:spMk id="5" creationId="{12E414B5-FF34-38AB-5553-E70B46575E38}"/>
          </ac:spMkLst>
        </pc:spChg>
        <pc:spChg chg="mod">
          <ac:chgData name="ELMÚDESI María Rebeca" userId="e7be1e70-0af8-4ef1-bd39-e39be7fa3a6e" providerId="ADAL" clId="{98F09197-DB34-48E3-BFF1-6D57C44CEE7B}" dt="2026-09-17T13:10:21.590" v="1164" actId="1076"/>
          <ac:spMkLst>
            <pc:docMk/>
            <pc:sldMk cId="798081545" sldId="668"/>
            <ac:spMk id="8" creationId="{C7D4F31E-485B-67EE-CED2-BA0C69730DF3}"/>
          </ac:spMkLst>
        </pc:spChg>
      </pc:sldChg>
      <pc:sldChg chg="modSp add mod modShow">
        <pc:chgData name="ELMÚDESI María Rebeca" userId="e7be1e70-0af8-4ef1-bd39-e39be7fa3a6e" providerId="ADAL" clId="{98F09197-DB34-48E3-BFF1-6D57C44CEE7B}" dt="2026-09-17T13:10:09.533" v="1162" actId="34476"/>
        <pc:sldMkLst>
          <pc:docMk/>
          <pc:sldMk cId="49586857" sldId="734"/>
        </pc:sldMkLst>
        <pc:spChg chg="mod">
          <ac:chgData name="ELMÚDESI María Rebeca" userId="e7be1e70-0af8-4ef1-bd39-e39be7fa3a6e" providerId="ADAL" clId="{98F09197-DB34-48E3-BFF1-6D57C44CEE7B}" dt="2026-09-17T13:08:10.267" v="1087" actId="20577"/>
          <ac:spMkLst>
            <pc:docMk/>
            <pc:sldMk cId="49586857" sldId="734"/>
            <ac:spMk id="4" creationId="{00000000-0000-0000-0000-000000000000}"/>
          </ac:spMkLst>
        </pc:spChg>
        <pc:spChg chg="mod">
          <ac:chgData name="ELMÚDESI María Rebeca" userId="e7be1e70-0af8-4ef1-bd39-e39be7fa3a6e" providerId="ADAL" clId="{98F09197-DB34-48E3-BFF1-6D57C44CEE7B}" dt="2026-09-17T13:08:13.069" v="1095" actId="20577"/>
          <ac:spMkLst>
            <pc:docMk/>
            <pc:sldMk cId="49586857" sldId="734"/>
            <ac:spMk id="5" creationId="{00000000-0000-0000-0000-000000000000}"/>
          </ac:spMkLst>
        </pc:spChg>
        <pc:spChg chg="mod">
          <ac:chgData name="ELMÚDESI María Rebeca" userId="e7be1e70-0af8-4ef1-bd39-e39be7fa3a6e" providerId="ADAL" clId="{98F09197-DB34-48E3-BFF1-6D57C44CEE7B}" dt="2026-09-17T13:08:18.109" v="1104" actId="20577"/>
          <ac:spMkLst>
            <pc:docMk/>
            <pc:sldMk cId="49586857" sldId="734"/>
            <ac:spMk id="8" creationId="{00000000-0000-0000-0000-000000000000}"/>
          </ac:spMkLst>
        </pc:spChg>
        <pc:spChg chg="mod">
          <ac:chgData name="ELMÚDESI María Rebeca" userId="e7be1e70-0af8-4ef1-bd39-e39be7fa3a6e" providerId="ADAL" clId="{98F09197-DB34-48E3-BFF1-6D57C44CEE7B}" dt="2026-09-17T13:08:24.756" v="1118" actId="20577"/>
          <ac:spMkLst>
            <pc:docMk/>
            <pc:sldMk cId="49586857" sldId="734"/>
            <ac:spMk id="9" creationId="{00000000-0000-0000-0000-000000000000}"/>
          </ac:spMkLst>
        </pc:spChg>
        <pc:spChg chg="mod">
          <ac:chgData name="ELMÚDESI María Rebeca" userId="e7be1e70-0af8-4ef1-bd39-e39be7fa3a6e" providerId="ADAL" clId="{98F09197-DB34-48E3-BFF1-6D57C44CEE7B}" dt="2026-09-17T13:09:32.746" v="1143" actId="20577"/>
          <ac:spMkLst>
            <pc:docMk/>
            <pc:sldMk cId="49586857" sldId="734"/>
            <ac:spMk id="12" creationId="{00000000-0000-0000-0000-000000000000}"/>
          </ac:spMkLst>
        </pc:spChg>
        <pc:spChg chg="mod">
          <ac:chgData name="ELMÚDESI María Rebeca" userId="e7be1e70-0af8-4ef1-bd39-e39be7fa3a6e" providerId="ADAL" clId="{98F09197-DB34-48E3-BFF1-6D57C44CEE7B}" dt="2026-09-17T13:09:37.550" v="1144"/>
          <ac:spMkLst>
            <pc:docMk/>
            <pc:sldMk cId="49586857" sldId="734"/>
            <ac:spMk id="15" creationId="{00000000-0000-0000-0000-000000000000}"/>
          </ac:spMkLst>
        </pc:spChg>
        <pc:spChg chg="mod">
          <ac:chgData name="ELMÚDESI María Rebeca" userId="e7be1e70-0af8-4ef1-bd39-e39be7fa3a6e" providerId="ADAL" clId="{98F09197-DB34-48E3-BFF1-6D57C44CEE7B}" dt="2026-09-17T13:09:38.616" v="1145"/>
          <ac:spMkLst>
            <pc:docMk/>
            <pc:sldMk cId="49586857" sldId="734"/>
            <ac:spMk id="18" creationId="{00000000-0000-0000-0000-000000000000}"/>
          </ac:spMkLst>
        </pc:spChg>
        <pc:spChg chg="mod">
          <ac:chgData name="ELMÚDESI María Rebeca" userId="e7be1e70-0af8-4ef1-bd39-e39be7fa3a6e" providerId="ADAL" clId="{98F09197-DB34-48E3-BFF1-6D57C44CEE7B}" dt="2026-09-17T13:09:39.880" v="1146"/>
          <ac:spMkLst>
            <pc:docMk/>
            <pc:sldMk cId="49586857" sldId="734"/>
            <ac:spMk id="21" creationId="{00000000-0000-0000-0000-000000000000}"/>
          </ac:spMkLst>
        </pc:spChg>
        <pc:spChg chg="mod">
          <ac:chgData name="ELMÚDESI María Rebeca" userId="e7be1e70-0af8-4ef1-bd39-e39be7fa3a6e" providerId="ADAL" clId="{98F09197-DB34-48E3-BFF1-6D57C44CEE7B}" dt="2026-09-17T13:09:40.978" v="1147"/>
          <ac:spMkLst>
            <pc:docMk/>
            <pc:sldMk cId="49586857" sldId="734"/>
            <ac:spMk id="24" creationId="{00000000-0000-0000-0000-000000000000}"/>
          </ac:spMkLst>
        </pc:spChg>
        <pc:spChg chg="mod">
          <ac:chgData name="ELMÚDESI María Rebeca" userId="e7be1e70-0af8-4ef1-bd39-e39be7fa3a6e" providerId="ADAL" clId="{98F09197-DB34-48E3-BFF1-6D57C44CEE7B}" dt="2026-09-17T13:08:33.101" v="1134" actId="20577"/>
          <ac:spMkLst>
            <pc:docMk/>
            <pc:sldMk cId="49586857" sldId="734"/>
            <ac:spMk id="26" creationId="{00000000-0000-0000-0000-000000000000}"/>
          </ac:spMkLst>
        </pc:spChg>
        <pc:spChg chg="mod">
          <ac:chgData name="ELMÚDESI María Rebeca" userId="e7be1e70-0af8-4ef1-bd39-e39be7fa3a6e" providerId="ADAL" clId="{98F09197-DB34-48E3-BFF1-6D57C44CEE7B}" dt="2026-09-17T13:08:20.941" v="1110" actId="20577"/>
          <ac:spMkLst>
            <pc:docMk/>
            <pc:sldMk cId="49586857" sldId="734"/>
            <ac:spMk id="29" creationId="{00000000-0000-0000-0000-000000000000}"/>
          </ac:spMkLst>
        </pc:spChg>
        <pc:spChg chg="mod">
          <ac:chgData name="ELMÚDESI María Rebeca" userId="e7be1e70-0af8-4ef1-bd39-e39be7fa3a6e" providerId="ADAL" clId="{98F09197-DB34-48E3-BFF1-6D57C44CEE7B}" dt="2026-09-17T13:08:28.207" v="1126" actId="20577"/>
          <ac:spMkLst>
            <pc:docMk/>
            <pc:sldMk cId="49586857" sldId="734"/>
            <ac:spMk id="30" creationId="{00000000-0000-0000-0000-000000000000}"/>
          </ac:spMkLst>
        </pc:spChg>
        <pc:spChg chg="mod">
          <ac:chgData name="ELMÚDESI María Rebeca" userId="e7be1e70-0af8-4ef1-bd39-e39be7fa3a6e" providerId="ADAL" clId="{98F09197-DB34-48E3-BFF1-6D57C44CEE7B}" dt="2026-09-17T13:09:52.109" v="1160"/>
          <ac:spMkLst>
            <pc:docMk/>
            <pc:sldMk cId="49586857" sldId="734"/>
            <ac:spMk id="33" creationId="{00000000-0000-0000-0000-000000000000}"/>
          </ac:spMkLst>
        </pc:spChg>
        <pc:spChg chg="mod">
          <ac:chgData name="ELMÚDESI María Rebeca" userId="e7be1e70-0af8-4ef1-bd39-e39be7fa3a6e" providerId="ADAL" clId="{98F09197-DB34-48E3-BFF1-6D57C44CEE7B}" dt="2026-09-17T13:09:50.746" v="1159"/>
          <ac:spMkLst>
            <pc:docMk/>
            <pc:sldMk cId="49586857" sldId="734"/>
            <ac:spMk id="36" creationId="{00000000-0000-0000-0000-000000000000}"/>
          </ac:spMkLst>
        </pc:spChg>
        <pc:spChg chg="mod">
          <ac:chgData name="ELMÚDESI María Rebeca" userId="e7be1e70-0af8-4ef1-bd39-e39be7fa3a6e" providerId="ADAL" clId="{98F09197-DB34-48E3-BFF1-6D57C44CEE7B}" dt="2026-09-17T13:09:49.235" v="1158"/>
          <ac:spMkLst>
            <pc:docMk/>
            <pc:sldMk cId="49586857" sldId="734"/>
            <ac:spMk id="39" creationId="{00000000-0000-0000-0000-000000000000}"/>
          </ac:spMkLst>
        </pc:spChg>
        <pc:spChg chg="mod">
          <ac:chgData name="ELMÚDESI María Rebeca" userId="e7be1e70-0af8-4ef1-bd39-e39be7fa3a6e" providerId="ADAL" clId="{98F09197-DB34-48E3-BFF1-6D57C44CEE7B}" dt="2026-09-17T13:09:46.696" v="1157" actId="20577"/>
          <ac:spMkLst>
            <pc:docMk/>
            <pc:sldMk cId="49586857" sldId="734"/>
            <ac:spMk id="42" creationId="{00000000-0000-0000-0000-000000000000}"/>
          </ac:spMkLst>
        </pc:spChg>
        <pc:spChg chg="mod">
          <ac:chgData name="ELMÚDESI María Rebeca" userId="e7be1e70-0af8-4ef1-bd39-e39be7fa3a6e" providerId="ADAL" clId="{98F09197-DB34-48E3-BFF1-6D57C44CEE7B}" dt="2026-09-17T13:09:42.080" v="1148"/>
          <ac:spMkLst>
            <pc:docMk/>
            <pc:sldMk cId="49586857" sldId="734"/>
            <ac:spMk id="45" creationId="{00000000-0000-0000-0000-000000000000}"/>
          </ac:spMkLst>
        </pc:spChg>
        <pc:spChg chg="mod">
          <ac:chgData name="ELMÚDESI María Rebeca" userId="e7be1e70-0af8-4ef1-bd39-e39be7fa3a6e" providerId="ADAL" clId="{98F09197-DB34-48E3-BFF1-6D57C44CEE7B}" dt="2026-09-17T13:08:35.818" v="1139" actId="20577"/>
          <ac:spMkLst>
            <pc:docMk/>
            <pc:sldMk cId="49586857" sldId="734"/>
            <ac:spMk id="47" creationId="{00000000-0000-0000-0000-000000000000}"/>
          </ac:spMkLst>
        </pc:spChg>
      </pc:sldChg>
    </pc:docChg>
  </pc:docChgLst>
</pc:chgInfo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6819B8-AC34-4C4D-A19C-71FFBB5A852E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BB94ED2-4C6F-4606-B00C-FB51B50F89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36129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DC6979E-C4E0-40B6-AC25-1832061467C1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A9B422C-78FF-4B16-AD32-4A4EAF720B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64754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microsoft.com/office/2007/relationships/hdphoto" Target="../media/hdphoto1.wdp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microsoft.com/office/2007/relationships/hdphoto" Target="../media/hdphoto1.wdp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3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3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5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5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microsoft.com/office/2007/relationships/hdphoto" Target="../media/hdphoto2.wdp"/><Relationship Id="rId4" Type="http://schemas.openxmlformats.org/officeDocument/2006/relationships/image" Target="../media/image5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3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5.pn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3.png"/><Relationship Id="rId4" Type="http://schemas.openxmlformats.org/officeDocument/2006/relationships/image" Target="../media/image9.png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9.png"/><Relationship Id="rId4" Type="http://schemas.openxmlformats.org/officeDocument/2006/relationships/image" Target="../media/image5.pn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microsoft.com/office/2007/relationships/hdphoto" Target="../media/hdphoto3.wdp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microsoft.com/office/2007/relationships/hdphoto" Target="../media/hdphoto4.wdp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DF0DC501-5B7C-B747-F03D-6C547FE5D9B5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0">
                <a:schemeClr val="tx1">
                  <a:lumMod val="95000"/>
                  <a:lumOff val="5000"/>
                </a:schemeClr>
              </a:gs>
              <a:gs pos="0">
                <a:srgbClr val="272774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ES"/>
          </a:p>
        </p:txBody>
      </p:sp>
      <p:pic>
        <p:nvPicPr>
          <p:cNvPr id="12" name="Picture 11" descr="A close up of text on a black background&#10;&#10;Description automatically generated">
            <a:extLst>
              <a:ext uri="{FF2B5EF4-FFF2-40B4-BE49-F238E27FC236}">
                <a16:creationId xmlns:a16="http://schemas.microsoft.com/office/drawing/2014/main" id="{7F131611-85E4-3E0F-5549-C2193F6732C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1500"/>
                    </a14:imgEffect>
                    <a14:imgEffect>
                      <a14:saturation sat="0"/>
                    </a14:imgEffect>
                  </a14:imgLayer>
                </a14:imgProps>
              </a:ext>
            </a:extLst>
          </a:blip>
          <a:srcRect b="32401"/>
          <a:stretch/>
        </p:blipFill>
        <p:spPr>
          <a:xfrm>
            <a:off x="2038618" y="1422636"/>
            <a:ext cx="8114764" cy="2821931"/>
          </a:xfrm>
          <a:prstGeom prst="rect">
            <a:avLst/>
          </a:prstGeom>
        </p:spPr>
      </p:pic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2689385D-1E02-3B91-3BA6-E050FE60FA91}"/>
              </a:ext>
            </a:extLst>
          </p:cNvPr>
          <p:cNvSpPr txBox="1">
            <a:spLocks/>
          </p:cNvSpPr>
          <p:nvPr userDrawn="1"/>
        </p:nvSpPr>
        <p:spPr>
          <a:xfrm>
            <a:off x="3568700" y="4244568"/>
            <a:ext cx="5054600" cy="555002"/>
          </a:xfrm>
          <a:prstGeom prst="rect">
            <a:avLst/>
          </a:prstGeom>
          <a:effectLst/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Calibri Light"/>
              </a:rPr>
              <a:t>Your stepping stone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29544AA6-7035-08D2-0037-1153B1204A71}"/>
              </a:ext>
            </a:extLst>
          </p:cNvPr>
          <p:cNvSpPr/>
          <p:nvPr userDrawn="1"/>
        </p:nvSpPr>
        <p:spPr>
          <a:xfrm>
            <a:off x="3102053" y="768586"/>
            <a:ext cx="855834" cy="855834"/>
          </a:xfrm>
          <a:prstGeom prst="ellipse">
            <a:avLst/>
          </a:prstGeom>
          <a:solidFill>
            <a:schemeClr val="accent3"/>
          </a:solidFill>
          <a:ln>
            <a:noFill/>
          </a:ln>
          <a:effectLst>
            <a:outerShdw blurRad="546100" algn="ctr" rotWithShape="0">
              <a:schemeClr val="tx1">
                <a:alpha val="41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E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/>
              <a:ea typeface="+mn-ea"/>
              <a:cs typeface="+mn-cs"/>
            </a:endParaRP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019C5A40-0ED4-35E3-800C-B37095704E8E}"/>
              </a:ext>
            </a:extLst>
          </p:cNvPr>
          <p:cNvSpPr/>
          <p:nvPr userDrawn="1"/>
        </p:nvSpPr>
        <p:spPr>
          <a:xfrm>
            <a:off x="-3685662" y="-3685663"/>
            <a:ext cx="7371327" cy="7371327"/>
          </a:xfrm>
          <a:prstGeom prst="ellipse">
            <a:avLst/>
          </a:prstGeom>
          <a:noFill/>
          <a:ln w="9525">
            <a:solidFill>
              <a:schemeClr val="bg1">
                <a:alpha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E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65058EA5-77CD-C347-FF29-81CC609C2483}"/>
              </a:ext>
            </a:extLst>
          </p:cNvPr>
          <p:cNvSpPr/>
          <p:nvPr userDrawn="1"/>
        </p:nvSpPr>
        <p:spPr>
          <a:xfrm>
            <a:off x="8506336" y="3172336"/>
            <a:ext cx="7371327" cy="7371327"/>
          </a:xfrm>
          <a:prstGeom prst="ellipse">
            <a:avLst/>
          </a:prstGeom>
          <a:noFill/>
          <a:ln w="9525">
            <a:solidFill>
              <a:schemeClr val="bg1">
                <a:alpha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E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9FB028C4-7638-0491-9716-F732C1D568B8}"/>
              </a:ext>
            </a:extLst>
          </p:cNvPr>
          <p:cNvSpPr/>
          <p:nvPr userDrawn="1"/>
        </p:nvSpPr>
        <p:spPr>
          <a:xfrm>
            <a:off x="3102053" y="768586"/>
            <a:ext cx="855834" cy="855834"/>
          </a:xfrm>
          <a:prstGeom prst="ellipse">
            <a:avLst/>
          </a:prstGeom>
          <a:solidFill>
            <a:schemeClr val="accent3"/>
          </a:solidFill>
          <a:ln>
            <a:noFill/>
          </a:ln>
          <a:effectLst>
            <a:outerShdw blurRad="546100" algn="ctr" rotWithShape="0">
              <a:schemeClr val="tx1">
                <a:alpha val="41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E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/>
              <a:ea typeface="+mn-ea"/>
              <a:cs typeface="+mn-cs"/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85FF1B03-6AD6-5915-49B9-82B5221C3FF7}"/>
              </a:ext>
            </a:extLst>
          </p:cNvPr>
          <p:cNvSpPr/>
          <p:nvPr userDrawn="1"/>
        </p:nvSpPr>
        <p:spPr>
          <a:xfrm>
            <a:off x="8340164" y="5818941"/>
            <a:ext cx="555001" cy="555001"/>
          </a:xfrm>
          <a:prstGeom prst="ellipse">
            <a:avLst/>
          </a:prstGeom>
          <a:solidFill>
            <a:schemeClr val="accent5"/>
          </a:solidFill>
          <a:ln>
            <a:noFill/>
          </a:ln>
          <a:effectLst>
            <a:outerShdw blurRad="546100" algn="ctr" rotWithShape="0">
              <a:schemeClr val="tx1">
                <a:alpha val="41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E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98261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2F0FF51-DBF7-9660-91D1-06920AB9021F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0">
                <a:schemeClr val="tx1">
                  <a:lumMod val="95000"/>
                  <a:lumOff val="5000"/>
                </a:schemeClr>
              </a:gs>
              <a:gs pos="0">
                <a:srgbClr val="272774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ES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846FB13E-EDEA-0E2D-9897-FBA9C57BFA2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215680" y="2953513"/>
            <a:ext cx="5760640" cy="1108138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28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text…</a:t>
            </a:r>
          </a:p>
        </p:txBody>
      </p:sp>
      <p:pic>
        <p:nvPicPr>
          <p:cNvPr id="2" name="Picture 1" descr="A close up of text on a black background&#10;&#10;Description automatically generated">
            <a:extLst>
              <a:ext uri="{FF2B5EF4-FFF2-40B4-BE49-F238E27FC236}">
                <a16:creationId xmlns:a16="http://schemas.microsoft.com/office/drawing/2014/main" id="{B570E535-5A8D-3C44-FBAD-098A4FEF7AD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1500"/>
                    </a14:imgEffect>
                    <a14:imgEffect>
                      <a14:saturation sat="0"/>
                    </a14:imgEffect>
                  </a14:imgLayer>
                </a14:imgProps>
              </a:ext>
            </a:extLst>
          </a:blip>
          <a:srcRect l="19634" t="18421" r="19898" b="32401"/>
          <a:stretch/>
        </p:blipFill>
        <p:spPr>
          <a:xfrm>
            <a:off x="4624503" y="980728"/>
            <a:ext cx="2938372" cy="1229346"/>
          </a:xfrm>
          <a:prstGeom prst="rect">
            <a:avLst/>
          </a:prstGeom>
        </p:spPr>
      </p:pic>
      <p:sp>
        <p:nvSpPr>
          <p:cNvPr id="3" name="Oval 2">
            <a:extLst>
              <a:ext uri="{FF2B5EF4-FFF2-40B4-BE49-F238E27FC236}">
                <a16:creationId xmlns:a16="http://schemas.microsoft.com/office/drawing/2014/main" id="{8E15053E-58C4-1E36-2F51-F3030E50A471}"/>
              </a:ext>
            </a:extLst>
          </p:cNvPr>
          <p:cNvSpPr/>
          <p:nvPr userDrawn="1"/>
        </p:nvSpPr>
        <p:spPr>
          <a:xfrm>
            <a:off x="-3685662" y="-3685663"/>
            <a:ext cx="7371327" cy="7371327"/>
          </a:xfrm>
          <a:prstGeom prst="ellipse">
            <a:avLst/>
          </a:prstGeom>
          <a:noFill/>
          <a:ln w="0">
            <a:solidFill>
              <a:schemeClr val="bg1">
                <a:alpha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E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C9E63452-4907-BEAE-11FC-A8C972E84C2E}"/>
              </a:ext>
            </a:extLst>
          </p:cNvPr>
          <p:cNvSpPr/>
          <p:nvPr userDrawn="1"/>
        </p:nvSpPr>
        <p:spPr>
          <a:xfrm>
            <a:off x="8506336" y="3172336"/>
            <a:ext cx="7371327" cy="7371327"/>
          </a:xfrm>
          <a:prstGeom prst="ellipse">
            <a:avLst/>
          </a:prstGeom>
          <a:noFill/>
          <a:ln w="0">
            <a:solidFill>
              <a:schemeClr val="bg1">
                <a:alpha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E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5D0E0286-DE11-DAEC-563F-2F624D95A658}"/>
              </a:ext>
            </a:extLst>
          </p:cNvPr>
          <p:cNvSpPr/>
          <p:nvPr userDrawn="1"/>
        </p:nvSpPr>
        <p:spPr>
          <a:xfrm>
            <a:off x="623349" y="3118821"/>
            <a:ext cx="855834" cy="855834"/>
          </a:xfrm>
          <a:prstGeom prst="ellipse">
            <a:avLst/>
          </a:prstGeom>
          <a:solidFill>
            <a:schemeClr val="accent4"/>
          </a:solidFill>
          <a:ln>
            <a:noFill/>
          </a:ln>
          <a:effectLst>
            <a:outerShdw blurRad="546100" algn="ctr" rotWithShape="0">
              <a:schemeClr val="tx1">
                <a:alpha val="41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E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/>
              <a:ea typeface="+mn-ea"/>
              <a:cs typeface="+mn-cs"/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1A11AA68-13E5-2177-59B6-A70A5C2FFA81}"/>
              </a:ext>
            </a:extLst>
          </p:cNvPr>
          <p:cNvSpPr/>
          <p:nvPr userDrawn="1"/>
        </p:nvSpPr>
        <p:spPr>
          <a:xfrm>
            <a:off x="10433460" y="3226881"/>
            <a:ext cx="555001" cy="555001"/>
          </a:xfrm>
          <a:prstGeom prst="ellipse">
            <a:avLst/>
          </a:prstGeom>
          <a:solidFill>
            <a:schemeClr val="accent6"/>
          </a:solidFill>
          <a:ln>
            <a:noFill/>
          </a:ln>
          <a:effectLst>
            <a:outerShdw blurRad="546100" algn="ctr" rotWithShape="0">
              <a:schemeClr val="tx1">
                <a:alpha val="41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E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362243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tro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2F0FF51-DBF7-9660-91D1-06920AB9021F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0">
                <a:schemeClr val="tx1">
                  <a:lumMod val="95000"/>
                  <a:lumOff val="5000"/>
                </a:schemeClr>
              </a:gs>
              <a:gs pos="0">
                <a:srgbClr val="272774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ES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846FB13E-EDEA-0E2D-9897-FBA9C57BFA2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215680" y="3149116"/>
            <a:ext cx="5760640" cy="55976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lang="en-US" sz="2800" spc="600" dirty="0">
                <a:solidFill>
                  <a:schemeClr val="bg1"/>
                </a:solidFill>
                <a:cs typeface="+mn-cs"/>
              </a:defRPr>
            </a:lvl1pPr>
          </a:lstStyle>
          <a:p>
            <a:pPr lvl="0" algn="ctr"/>
            <a:r>
              <a:rPr lang="en-US"/>
              <a:t>CLICK TO EDIT TEXT…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31621BE5-27A9-50CD-AC4B-5D94A683FC45}"/>
              </a:ext>
            </a:extLst>
          </p:cNvPr>
          <p:cNvSpPr/>
          <p:nvPr userDrawn="1"/>
        </p:nvSpPr>
        <p:spPr>
          <a:xfrm>
            <a:off x="703949" y="-9298130"/>
            <a:ext cx="10784103" cy="10784103"/>
          </a:xfrm>
          <a:prstGeom prst="ellipse">
            <a:avLst/>
          </a:prstGeom>
          <a:noFill/>
          <a:ln w="0">
            <a:solidFill>
              <a:schemeClr val="bg1">
                <a:alpha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E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39EB8710-C134-35DF-6646-6FD2CF94BB11}"/>
              </a:ext>
            </a:extLst>
          </p:cNvPr>
          <p:cNvSpPr/>
          <p:nvPr userDrawn="1"/>
        </p:nvSpPr>
        <p:spPr>
          <a:xfrm>
            <a:off x="703949" y="5039139"/>
            <a:ext cx="10784103" cy="10784103"/>
          </a:xfrm>
          <a:prstGeom prst="ellipse">
            <a:avLst/>
          </a:prstGeom>
          <a:noFill/>
          <a:ln w="0">
            <a:solidFill>
              <a:schemeClr val="bg1">
                <a:alpha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E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C1CC465D-2D30-EA50-829C-8F1C1A47B1E2}"/>
              </a:ext>
            </a:extLst>
          </p:cNvPr>
          <p:cNvSpPr/>
          <p:nvPr userDrawn="1"/>
        </p:nvSpPr>
        <p:spPr>
          <a:xfrm>
            <a:off x="8558447" y="339798"/>
            <a:ext cx="744580" cy="744576"/>
          </a:xfrm>
          <a:prstGeom prst="ellipse">
            <a:avLst/>
          </a:prstGeom>
          <a:solidFill>
            <a:schemeClr val="accent5"/>
          </a:solidFill>
          <a:ln>
            <a:noFill/>
          </a:ln>
          <a:effectLst>
            <a:outerShdw blurRad="546100" algn="ctr" rotWithShape="0">
              <a:schemeClr val="tx1">
                <a:alpha val="41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E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/>
              <a:ea typeface="+mn-ea"/>
              <a:cs typeface="+mn-cs"/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A0DE44BF-0FCA-8F89-CDA9-A4A2DD7E23CB}"/>
              </a:ext>
            </a:extLst>
          </p:cNvPr>
          <p:cNvSpPr/>
          <p:nvPr userDrawn="1"/>
        </p:nvSpPr>
        <p:spPr>
          <a:xfrm>
            <a:off x="1650752" y="5511177"/>
            <a:ext cx="426526" cy="426526"/>
          </a:xfrm>
          <a:prstGeom prst="ellipse">
            <a:avLst/>
          </a:prstGeom>
          <a:solidFill>
            <a:schemeClr val="accent3"/>
          </a:solidFill>
          <a:ln>
            <a:noFill/>
          </a:ln>
          <a:effectLst>
            <a:outerShdw blurRad="546100" algn="ctr" rotWithShape="0">
              <a:schemeClr val="tx1">
                <a:alpha val="41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E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684286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ntro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2F0FF51-DBF7-9660-91D1-06920AB9021F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0">
                <a:schemeClr val="tx1">
                  <a:lumMod val="95000"/>
                  <a:lumOff val="5000"/>
                </a:schemeClr>
              </a:gs>
              <a:gs pos="0">
                <a:srgbClr val="272774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ES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846FB13E-EDEA-0E2D-9897-FBA9C57BFA2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215680" y="2848175"/>
            <a:ext cx="5760640" cy="55976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lang="en-US" sz="2800" spc="600" dirty="0">
                <a:solidFill>
                  <a:schemeClr val="bg1"/>
                </a:solidFill>
                <a:cs typeface="+mn-cs"/>
              </a:defRPr>
            </a:lvl1pPr>
          </a:lstStyle>
          <a:p>
            <a:pPr lvl="0" algn="ctr"/>
            <a:r>
              <a:rPr lang="en-US"/>
              <a:t>CLICK TO EDIT TEXT…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31621BE5-27A9-50CD-AC4B-5D94A683FC45}"/>
              </a:ext>
            </a:extLst>
          </p:cNvPr>
          <p:cNvSpPr/>
          <p:nvPr userDrawn="1"/>
        </p:nvSpPr>
        <p:spPr>
          <a:xfrm>
            <a:off x="703949" y="-9298130"/>
            <a:ext cx="10784103" cy="10784103"/>
          </a:xfrm>
          <a:prstGeom prst="ellipse">
            <a:avLst/>
          </a:prstGeom>
          <a:noFill/>
          <a:ln w="0">
            <a:solidFill>
              <a:schemeClr val="bg1">
                <a:alpha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E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39EB8710-C134-35DF-6646-6FD2CF94BB11}"/>
              </a:ext>
            </a:extLst>
          </p:cNvPr>
          <p:cNvSpPr/>
          <p:nvPr userDrawn="1"/>
        </p:nvSpPr>
        <p:spPr>
          <a:xfrm>
            <a:off x="703949" y="5039139"/>
            <a:ext cx="10784103" cy="10784103"/>
          </a:xfrm>
          <a:prstGeom prst="ellipse">
            <a:avLst/>
          </a:prstGeom>
          <a:noFill/>
          <a:ln w="0">
            <a:solidFill>
              <a:schemeClr val="bg1">
                <a:alpha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E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3491AFA0-00DD-75F6-3C5A-E260B1B066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182938" y="3477092"/>
            <a:ext cx="5880100" cy="32605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lang="en-US" sz="1400" i="1" dirty="0" smtClean="0">
                <a:solidFill>
                  <a:schemeClr val="bg1"/>
                </a:solidFill>
                <a:cs typeface="+mn-cs"/>
              </a:defRPr>
            </a:lvl1pPr>
          </a:lstStyle>
          <a:p>
            <a:pPr lvl="0" algn="ctr"/>
            <a:r>
              <a:rPr lang="en-US"/>
              <a:t>Click to edit Master text style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BA620038-6FE5-4793-DE5B-D1DD67BB6D70}"/>
              </a:ext>
            </a:extLst>
          </p:cNvPr>
          <p:cNvSpPr/>
          <p:nvPr userDrawn="1"/>
        </p:nvSpPr>
        <p:spPr>
          <a:xfrm>
            <a:off x="1798419" y="1041927"/>
            <a:ext cx="744580" cy="744576"/>
          </a:xfrm>
          <a:prstGeom prst="ellipse">
            <a:avLst/>
          </a:prstGeom>
          <a:solidFill>
            <a:schemeClr val="accent4"/>
          </a:solidFill>
          <a:ln>
            <a:noFill/>
          </a:ln>
          <a:effectLst>
            <a:outerShdw blurRad="546100" algn="ctr" rotWithShape="0">
              <a:schemeClr val="tx1">
                <a:alpha val="41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E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/>
              <a:ea typeface="+mn-ea"/>
              <a:cs typeface="+mn-cs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C5743E83-DA5D-1FA5-B09B-3CF972E9C5BF}"/>
              </a:ext>
            </a:extLst>
          </p:cNvPr>
          <p:cNvSpPr/>
          <p:nvPr userDrawn="1"/>
        </p:nvSpPr>
        <p:spPr>
          <a:xfrm>
            <a:off x="8737352" y="5609148"/>
            <a:ext cx="426526" cy="426526"/>
          </a:xfrm>
          <a:prstGeom prst="ellipse">
            <a:avLst/>
          </a:prstGeom>
          <a:solidFill>
            <a:schemeClr val="accent6"/>
          </a:solidFill>
          <a:ln>
            <a:noFill/>
          </a:ln>
          <a:effectLst>
            <a:outerShdw blurRad="546100" algn="ctr" rotWithShape="0">
              <a:schemeClr val="tx1">
                <a:alpha val="41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E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860384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EF8106B-B34C-59FC-AB5E-DF1D1B418485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0">
                <a:schemeClr val="tx1">
                  <a:lumMod val="95000"/>
                  <a:lumOff val="5000"/>
                </a:schemeClr>
              </a:gs>
              <a:gs pos="0">
                <a:srgbClr val="272774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ES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AE580F9D-0251-1FE1-7FEB-D8BCF719A811}"/>
              </a:ext>
            </a:extLst>
          </p:cNvPr>
          <p:cNvSpPr/>
          <p:nvPr userDrawn="1"/>
        </p:nvSpPr>
        <p:spPr>
          <a:xfrm>
            <a:off x="-3685662" y="-3685663"/>
            <a:ext cx="7371327" cy="7371327"/>
          </a:xfrm>
          <a:prstGeom prst="ellipse">
            <a:avLst/>
          </a:prstGeom>
          <a:noFill/>
          <a:ln w="0">
            <a:solidFill>
              <a:schemeClr val="bg1">
                <a:alpha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E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80B2A4DE-2FB6-025A-0353-B259A1E40B29}"/>
              </a:ext>
            </a:extLst>
          </p:cNvPr>
          <p:cNvSpPr/>
          <p:nvPr userDrawn="1"/>
        </p:nvSpPr>
        <p:spPr>
          <a:xfrm>
            <a:off x="8506336" y="3172336"/>
            <a:ext cx="7371327" cy="7371327"/>
          </a:xfrm>
          <a:prstGeom prst="ellipse">
            <a:avLst/>
          </a:prstGeom>
          <a:noFill/>
          <a:ln w="0">
            <a:solidFill>
              <a:schemeClr val="bg1">
                <a:alpha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ES"/>
          </a:p>
        </p:txBody>
      </p:sp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6A67F54C-5DD4-A20B-91B8-2BA2F7ACCA1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318125" y="2394461"/>
            <a:ext cx="1555750" cy="1555750"/>
          </a:xfrm>
          <a:prstGeom prst="ellipse">
            <a:avLst/>
          </a:prstGeom>
          <a:solidFill>
            <a:schemeClr val="bg1"/>
          </a:solidFill>
        </p:spPr>
        <p:txBody>
          <a:bodyPr/>
          <a:lstStyle>
            <a:lvl1pPr marL="0" indent="0" algn="ctr">
              <a:buNone/>
              <a:defRPr sz="1100"/>
            </a:lvl1pPr>
          </a:lstStyle>
          <a:p>
            <a:endParaRPr lang="en-VN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88CB2AB7-F048-EB53-C10D-C576133CAB0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790462" y="4071963"/>
            <a:ext cx="2611076" cy="273083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 b="1">
                <a:solidFill>
                  <a:schemeClr val="bg1"/>
                </a:solidFill>
              </a:defRPr>
            </a:lvl1pPr>
            <a:lvl2pPr marL="457200" indent="0">
              <a:buNone/>
              <a:defRPr sz="1400">
                <a:solidFill>
                  <a:schemeClr val="bg1"/>
                </a:solidFill>
              </a:defRPr>
            </a:lvl2pPr>
            <a:lvl3pPr marL="914400" indent="0">
              <a:buNone/>
              <a:defRPr sz="1200">
                <a:solidFill>
                  <a:schemeClr val="bg1"/>
                </a:solidFill>
              </a:defRPr>
            </a:lvl3pPr>
            <a:lvl4pPr marL="1371600" indent="0">
              <a:buNone/>
              <a:defRPr sz="1100">
                <a:solidFill>
                  <a:schemeClr val="bg1"/>
                </a:solidFill>
              </a:defRPr>
            </a:lvl4pPr>
            <a:lvl5pPr marL="1828800" indent="0">
              <a:buNone/>
              <a:defRPr sz="11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F15E94C2-3468-2362-8066-C083AAE2C8B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790462" y="4382754"/>
            <a:ext cx="2611076" cy="273083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050" b="0">
                <a:solidFill>
                  <a:schemeClr val="bg1"/>
                </a:solidFill>
              </a:defRPr>
            </a:lvl1pPr>
            <a:lvl2pPr marL="457200" indent="0">
              <a:buNone/>
              <a:defRPr sz="1400">
                <a:solidFill>
                  <a:schemeClr val="bg1"/>
                </a:solidFill>
              </a:defRPr>
            </a:lvl2pPr>
            <a:lvl3pPr marL="914400" indent="0">
              <a:buNone/>
              <a:defRPr sz="1200">
                <a:solidFill>
                  <a:schemeClr val="bg1"/>
                </a:solidFill>
              </a:defRPr>
            </a:lvl3pPr>
            <a:lvl4pPr marL="1371600" indent="0">
              <a:buNone/>
              <a:defRPr sz="1100">
                <a:solidFill>
                  <a:schemeClr val="bg1"/>
                </a:solidFill>
              </a:defRPr>
            </a:lvl4pPr>
            <a:lvl5pPr marL="1828800" indent="0">
              <a:buNone/>
              <a:defRPr sz="11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96A65B29-F414-B319-13F2-51D12583487C}"/>
              </a:ext>
            </a:extLst>
          </p:cNvPr>
          <p:cNvSpPr/>
          <p:nvPr userDrawn="1"/>
        </p:nvSpPr>
        <p:spPr>
          <a:xfrm>
            <a:off x="735119" y="3242283"/>
            <a:ext cx="555001" cy="555001"/>
          </a:xfrm>
          <a:prstGeom prst="ellipse">
            <a:avLst/>
          </a:prstGeom>
          <a:solidFill>
            <a:schemeClr val="accent6"/>
          </a:solidFill>
          <a:ln>
            <a:noFill/>
          </a:ln>
          <a:effectLst>
            <a:outerShdw blurRad="546100" algn="ctr" rotWithShape="0">
              <a:schemeClr val="tx1">
                <a:alpha val="41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E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/>
              <a:ea typeface="+mn-ea"/>
              <a:cs typeface="+mn-cs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03137329-5733-7BE3-C2A8-19E2507CF3A9}"/>
              </a:ext>
            </a:extLst>
          </p:cNvPr>
          <p:cNvSpPr/>
          <p:nvPr userDrawn="1"/>
        </p:nvSpPr>
        <p:spPr>
          <a:xfrm>
            <a:off x="10498276" y="2990926"/>
            <a:ext cx="855834" cy="855834"/>
          </a:xfrm>
          <a:prstGeom prst="ellipse">
            <a:avLst/>
          </a:prstGeom>
          <a:solidFill>
            <a:schemeClr val="accent5"/>
          </a:solidFill>
          <a:ln>
            <a:noFill/>
          </a:ln>
          <a:effectLst>
            <a:outerShdw blurRad="546100" algn="ctr" rotWithShape="0">
              <a:schemeClr val="tx1">
                <a:alpha val="41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E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175119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2792E48D-ABA1-5481-A5D8-BBA3F3CF143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alphaModFix amt="8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6200000">
            <a:off x="7952903" y="2618897"/>
            <a:ext cx="6858000" cy="1620204"/>
          </a:xfrm>
          <a:prstGeom prst="rect">
            <a:avLst/>
          </a:prstGeom>
        </p:spPr>
      </p:pic>
      <p:sp>
        <p:nvSpPr>
          <p:cNvPr id="7" name="Text Placeholder 11">
            <a:extLst>
              <a:ext uri="{FF2B5EF4-FFF2-40B4-BE49-F238E27FC236}">
                <a16:creationId xmlns:a16="http://schemas.microsoft.com/office/drawing/2014/main" id="{C35481CA-58E0-37A9-9626-B217B3BA856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543860" y="1506832"/>
            <a:ext cx="5696228" cy="55976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00" b="1">
                <a:solidFill>
                  <a:srgbClr val="272774"/>
                </a:solidFill>
              </a:defRPr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</a:lstStyle>
          <a:p>
            <a:pPr lvl="0"/>
            <a:r>
              <a:rPr lang="en-GB"/>
              <a:t>Summary</a:t>
            </a:r>
            <a:endParaRPr lang="en-ES"/>
          </a:p>
        </p:txBody>
      </p:sp>
      <p:sp>
        <p:nvSpPr>
          <p:cNvPr id="10" name="Text Placeholder 44">
            <a:extLst>
              <a:ext uri="{FF2B5EF4-FFF2-40B4-BE49-F238E27FC236}">
                <a16:creationId xmlns:a16="http://schemas.microsoft.com/office/drawing/2014/main" id="{93790907-10B8-EB47-91A7-A7E2BF8362E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234877" y="2388153"/>
            <a:ext cx="5005211" cy="29270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solidFill>
                  <a:srgbClr val="272774"/>
                </a:solidFill>
              </a:defRPr>
            </a:lvl1pPr>
          </a:lstStyle>
          <a:p>
            <a:pPr lvl="0"/>
            <a:r>
              <a:rPr lang="en-GB"/>
              <a:t>Edit you text…</a:t>
            </a:r>
            <a:endParaRPr lang="en-ES"/>
          </a:p>
        </p:txBody>
      </p:sp>
      <p:sp>
        <p:nvSpPr>
          <p:cNvPr id="12" name="Text Placeholder 44">
            <a:extLst>
              <a:ext uri="{FF2B5EF4-FFF2-40B4-BE49-F238E27FC236}">
                <a16:creationId xmlns:a16="http://schemas.microsoft.com/office/drawing/2014/main" id="{657BD08F-2E95-BD30-B769-D5122957A16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2234877" y="2876297"/>
            <a:ext cx="5005211" cy="29270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solidFill>
                  <a:srgbClr val="272774"/>
                </a:solidFill>
              </a:defRPr>
            </a:lvl1pPr>
          </a:lstStyle>
          <a:p>
            <a:pPr lvl="0"/>
            <a:r>
              <a:rPr lang="en-GB"/>
              <a:t>Edit you text…</a:t>
            </a:r>
            <a:endParaRPr lang="en-ES"/>
          </a:p>
        </p:txBody>
      </p:sp>
      <p:sp>
        <p:nvSpPr>
          <p:cNvPr id="14" name="Text Placeholder 44">
            <a:extLst>
              <a:ext uri="{FF2B5EF4-FFF2-40B4-BE49-F238E27FC236}">
                <a16:creationId xmlns:a16="http://schemas.microsoft.com/office/drawing/2014/main" id="{D986A154-AAA4-1D50-26FA-5D8B0F413EF7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234877" y="3364441"/>
            <a:ext cx="5005211" cy="29270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solidFill>
                  <a:srgbClr val="272774"/>
                </a:solidFill>
              </a:defRPr>
            </a:lvl1pPr>
          </a:lstStyle>
          <a:p>
            <a:pPr lvl="0"/>
            <a:r>
              <a:rPr lang="en-GB"/>
              <a:t>Edit you text…</a:t>
            </a:r>
            <a:endParaRPr lang="en-ES"/>
          </a:p>
        </p:txBody>
      </p:sp>
      <p:sp>
        <p:nvSpPr>
          <p:cNvPr id="16" name="Text Placeholder 44">
            <a:extLst>
              <a:ext uri="{FF2B5EF4-FFF2-40B4-BE49-F238E27FC236}">
                <a16:creationId xmlns:a16="http://schemas.microsoft.com/office/drawing/2014/main" id="{98B669CA-3C46-7E2E-A05C-5DADEA6CB50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2234877" y="3852585"/>
            <a:ext cx="5005211" cy="29270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solidFill>
                  <a:srgbClr val="272774"/>
                </a:solidFill>
              </a:defRPr>
            </a:lvl1pPr>
          </a:lstStyle>
          <a:p>
            <a:pPr lvl="0"/>
            <a:r>
              <a:rPr lang="en-GB"/>
              <a:t>Edit you text…</a:t>
            </a:r>
            <a:endParaRPr lang="en-ES"/>
          </a:p>
        </p:txBody>
      </p:sp>
      <p:sp>
        <p:nvSpPr>
          <p:cNvPr id="18" name="Text Placeholder 44">
            <a:extLst>
              <a:ext uri="{FF2B5EF4-FFF2-40B4-BE49-F238E27FC236}">
                <a16:creationId xmlns:a16="http://schemas.microsoft.com/office/drawing/2014/main" id="{724CE4A1-EA06-0822-810C-1C815CFA234B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2234877" y="4340728"/>
            <a:ext cx="5005211" cy="29270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solidFill>
                  <a:srgbClr val="272774"/>
                </a:solidFill>
              </a:defRPr>
            </a:lvl1pPr>
          </a:lstStyle>
          <a:p>
            <a:pPr lvl="0"/>
            <a:r>
              <a:rPr lang="en-GB"/>
              <a:t>Edit you text…</a:t>
            </a:r>
            <a:endParaRPr lang="en-E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6DE96A4-494C-DA82-9F28-BD832DAC210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l="5841" t="15720" r="6772" b="9951"/>
          <a:stretch/>
        </p:blipFill>
        <p:spPr>
          <a:xfrm>
            <a:off x="11058423" y="6357258"/>
            <a:ext cx="912981" cy="350520"/>
          </a:xfrm>
          <a:prstGeom prst="rect">
            <a:avLst/>
          </a:prstGeom>
        </p:spPr>
      </p:pic>
      <p:sp>
        <p:nvSpPr>
          <p:cNvPr id="9" name="Oval 8">
            <a:extLst>
              <a:ext uri="{FF2B5EF4-FFF2-40B4-BE49-F238E27FC236}">
                <a16:creationId xmlns:a16="http://schemas.microsoft.com/office/drawing/2014/main" id="{A3C4A0D8-BBAD-6321-69D1-16B31001B8D3}"/>
              </a:ext>
            </a:extLst>
          </p:cNvPr>
          <p:cNvSpPr/>
          <p:nvPr userDrawn="1"/>
        </p:nvSpPr>
        <p:spPr>
          <a:xfrm>
            <a:off x="-1378846" y="-1963052"/>
            <a:ext cx="10784103" cy="10784103"/>
          </a:xfrm>
          <a:prstGeom prst="ellipse">
            <a:avLst/>
          </a:prstGeom>
          <a:noFill/>
          <a:ln w="0">
            <a:solidFill>
              <a:schemeClr val="tx2">
                <a:alpha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E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35A53071-F4FD-D9E8-B7F4-322DD8FB999E}"/>
              </a:ext>
            </a:extLst>
          </p:cNvPr>
          <p:cNvSpPr/>
          <p:nvPr userDrawn="1"/>
        </p:nvSpPr>
        <p:spPr>
          <a:xfrm>
            <a:off x="8887421" y="1818865"/>
            <a:ext cx="744259" cy="744259"/>
          </a:xfrm>
          <a:prstGeom prst="ellipse">
            <a:avLst/>
          </a:prstGeom>
          <a:solidFill>
            <a:schemeClr val="accent3"/>
          </a:solidFill>
          <a:ln>
            <a:noFill/>
          </a:ln>
          <a:effectLst>
            <a:outerShdw blurRad="241300" dist="12700" sx="80000" sy="80000" algn="ctr" rotWithShape="0">
              <a:schemeClr val="accent3">
                <a:alpha val="72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E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/>
              <a:ea typeface="+mn-ea"/>
              <a:cs typeface="+mn-cs"/>
            </a:endParaRP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40F2E1F6-7079-1241-0090-448EAE4C3EF2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602830" y="2381316"/>
            <a:ext cx="339725" cy="339725"/>
          </a:xfrm>
          <a:prstGeom prst="ellipse">
            <a:avLst/>
          </a:prstGeom>
          <a:ln>
            <a:solidFill>
              <a:schemeClr val="tx2"/>
            </a:solidFill>
          </a:ln>
        </p:spPr>
        <p:txBody>
          <a:bodyPr>
            <a:noAutofit/>
          </a:bodyPr>
          <a:lstStyle>
            <a:lvl1pPr algn="ctr">
              <a:lnSpc>
                <a:spcPct val="100000"/>
              </a:lnSpc>
              <a:defRPr sz="10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VN"/>
              <a:t>1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7CC93201-B4E6-653F-F733-5504952D1BF6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602830" y="2869460"/>
            <a:ext cx="339725" cy="339725"/>
          </a:xfrm>
          <a:prstGeom prst="ellipse">
            <a:avLst/>
          </a:prstGeom>
          <a:ln>
            <a:solidFill>
              <a:schemeClr val="tx2"/>
            </a:solidFill>
          </a:ln>
        </p:spPr>
        <p:txBody>
          <a:bodyPr>
            <a:noAutofit/>
          </a:bodyPr>
          <a:lstStyle>
            <a:lvl1pPr algn="ctr">
              <a:lnSpc>
                <a:spcPct val="100000"/>
              </a:lnSpc>
              <a:defRPr sz="10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VN"/>
              <a:t>2</a:t>
            </a:r>
          </a:p>
        </p:txBody>
      </p:sp>
      <p:sp>
        <p:nvSpPr>
          <p:cNvPr id="30" name="Text Placeholder 27">
            <a:extLst>
              <a:ext uri="{FF2B5EF4-FFF2-40B4-BE49-F238E27FC236}">
                <a16:creationId xmlns:a16="http://schemas.microsoft.com/office/drawing/2014/main" id="{1F84CBF7-C420-2DA8-7AD8-3F53EBCD47D5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602830" y="3357604"/>
            <a:ext cx="339725" cy="339725"/>
          </a:xfrm>
          <a:prstGeom prst="ellipse">
            <a:avLst/>
          </a:prstGeom>
          <a:ln>
            <a:solidFill>
              <a:schemeClr val="tx2"/>
            </a:solidFill>
          </a:ln>
        </p:spPr>
        <p:txBody>
          <a:bodyPr>
            <a:noAutofit/>
          </a:bodyPr>
          <a:lstStyle>
            <a:lvl1pPr algn="ctr">
              <a:lnSpc>
                <a:spcPct val="100000"/>
              </a:lnSpc>
              <a:defRPr sz="10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VN"/>
              <a:t>3</a:t>
            </a:r>
          </a:p>
        </p:txBody>
      </p:sp>
      <p:sp>
        <p:nvSpPr>
          <p:cNvPr id="31" name="Text Placeholder 27">
            <a:extLst>
              <a:ext uri="{FF2B5EF4-FFF2-40B4-BE49-F238E27FC236}">
                <a16:creationId xmlns:a16="http://schemas.microsoft.com/office/drawing/2014/main" id="{A8F6AAE4-49CC-4FBA-F762-998AFEAC281B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602830" y="3845748"/>
            <a:ext cx="339725" cy="339725"/>
          </a:xfrm>
          <a:prstGeom prst="ellipse">
            <a:avLst/>
          </a:prstGeom>
          <a:ln>
            <a:solidFill>
              <a:schemeClr val="tx2"/>
            </a:solidFill>
          </a:ln>
        </p:spPr>
        <p:txBody>
          <a:bodyPr>
            <a:noAutofit/>
          </a:bodyPr>
          <a:lstStyle>
            <a:lvl1pPr algn="ctr">
              <a:lnSpc>
                <a:spcPct val="100000"/>
              </a:lnSpc>
              <a:defRPr sz="10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VN"/>
              <a:t>4</a:t>
            </a:r>
          </a:p>
        </p:txBody>
      </p:sp>
      <p:sp>
        <p:nvSpPr>
          <p:cNvPr id="32" name="Text Placeholder 27">
            <a:extLst>
              <a:ext uri="{FF2B5EF4-FFF2-40B4-BE49-F238E27FC236}">
                <a16:creationId xmlns:a16="http://schemas.microsoft.com/office/drawing/2014/main" id="{68966EB4-F8FC-9E04-C421-1DE512A32A0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1602830" y="4333891"/>
            <a:ext cx="339725" cy="339725"/>
          </a:xfrm>
          <a:prstGeom prst="ellipse">
            <a:avLst/>
          </a:prstGeom>
          <a:ln>
            <a:solidFill>
              <a:schemeClr val="tx2"/>
            </a:solidFill>
          </a:ln>
        </p:spPr>
        <p:txBody>
          <a:bodyPr>
            <a:noAutofit/>
          </a:bodyPr>
          <a:lstStyle>
            <a:lvl1pPr algn="ctr">
              <a:lnSpc>
                <a:spcPct val="100000"/>
              </a:lnSpc>
              <a:defRPr sz="10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VN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7325740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2792E48D-ABA1-5481-A5D8-BBA3F3CF143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alphaModFix amt="8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6200000">
            <a:off x="7952903" y="2618897"/>
            <a:ext cx="6858000" cy="1620204"/>
          </a:xfrm>
          <a:prstGeom prst="rect">
            <a:avLst/>
          </a:prstGeom>
        </p:spPr>
      </p:pic>
      <p:sp>
        <p:nvSpPr>
          <p:cNvPr id="7" name="Text Placeholder 11">
            <a:extLst>
              <a:ext uri="{FF2B5EF4-FFF2-40B4-BE49-F238E27FC236}">
                <a16:creationId xmlns:a16="http://schemas.microsoft.com/office/drawing/2014/main" id="{C35481CA-58E0-37A9-9626-B217B3BA856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543860" y="1506832"/>
            <a:ext cx="5696228" cy="55976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00" b="1">
                <a:solidFill>
                  <a:srgbClr val="272774"/>
                </a:solidFill>
              </a:defRPr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</a:lstStyle>
          <a:p>
            <a:pPr lvl="0"/>
            <a:r>
              <a:rPr lang="en-GB"/>
              <a:t>History of changes</a:t>
            </a:r>
            <a:endParaRPr lang="en-E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6DE96A4-494C-DA82-9F28-BD832DAC210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l="5841" t="15720" r="6772" b="9951"/>
          <a:stretch/>
        </p:blipFill>
        <p:spPr>
          <a:xfrm>
            <a:off x="11058423" y="6357258"/>
            <a:ext cx="912981" cy="350520"/>
          </a:xfrm>
          <a:prstGeom prst="rect">
            <a:avLst/>
          </a:prstGeom>
        </p:spPr>
      </p:pic>
      <p:sp>
        <p:nvSpPr>
          <p:cNvPr id="23" name="Oval 22">
            <a:extLst>
              <a:ext uri="{FF2B5EF4-FFF2-40B4-BE49-F238E27FC236}">
                <a16:creationId xmlns:a16="http://schemas.microsoft.com/office/drawing/2014/main" id="{35A53071-F4FD-D9E8-B7F4-322DD8FB999E}"/>
              </a:ext>
            </a:extLst>
          </p:cNvPr>
          <p:cNvSpPr/>
          <p:nvPr userDrawn="1"/>
        </p:nvSpPr>
        <p:spPr>
          <a:xfrm>
            <a:off x="431080" y="762573"/>
            <a:ext cx="744259" cy="744259"/>
          </a:xfrm>
          <a:prstGeom prst="ellipse">
            <a:avLst/>
          </a:prstGeom>
          <a:solidFill>
            <a:schemeClr val="accent3"/>
          </a:solidFill>
          <a:ln>
            <a:noFill/>
          </a:ln>
          <a:effectLst>
            <a:outerShdw blurRad="235352" dist="12700" sx="80000" sy="80000" algn="ctr" rotWithShape="0">
              <a:schemeClr val="accent1">
                <a:alpha val="72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E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748538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0883BC65-987D-32EC-2E4B-11CDFE6D7B4A}"/>
              </a:ext>
            </a:extLst>
          </p:cNvPr>
          <p:cNvSpPr/>
          <p:nvPr userDrawn="1"/>
        </p:nvSpPr>
        <p:spPr>
          <a:xfrm>
            <a:off x="882696" y="3843496"/>
            <a:ext cx="1316493" cy="1316493"/>
          </a:xfrm>
          <a:prstGeom prst="ellipse">
            <a:avLst/>
          </a:prstGeom>
          <a:solidFill>
            <a:schemeClr val="accent3"/>
          </a:solidFill>
          <a:ln>
            <a:noFill/>
          </a:ln>
          <a:effectLst>
            <a:outerShdw blurRad="546100" algn="ctr" rotWithShape="0">
              <a:schemeClr val="accent3">
                <a:alpha val="3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E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/>
              <a:ea typeface="+mn-ea"/>
              <a:cs typeface="+mn-cs"/>
            </a:endParaRP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C1B5EBCC-E6BA-5F17-800F-2610B8523DD3}"/>
              </a:ext>
            </a:extLst>
          </p:cNvPr>
          <p:cNvSpPr/>
          <p:nvPr userDrawn="1"/>
        </p:nvSpPr>
        <p:spPr>
          <a:xfrm>
            <a:off x="3228171" y="-1594917"/>
            <a:ext cx="10784103" cy="10784103"/>
          </a:xfrm>
          <a:prstGeom prst="ellipse">
            <a:avLst/>
          </a:prstGeom>
          <a:noFill/>
          <a:ln w="0">
            <a:solidFill>
              <a:schemeClr val="tx2">
                <a:alpha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E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94A8D81F-0999-36E6-4506-AEFACF1E326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175523" y="1717346"/>
            <a:ext cx="2908798" cy="2906679"/>
          </a:xfrm>
          <a:prstGeom prst="ellipse">
            <a:avLst/>
          </a:prstGeom>
          <a:solidFill>
            <a:schemeClr val="bg1"/>
          </a:solidFill>
        </p:spPr>
        <p:txBody>
          <a:bodyPr>
            <a:noAutofit/>
          </a:bodyPr>
          <a:lstStyle/>
          <a:p>
            <a:endParaRPr lang="en-VN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01852827-739F-649D-78F4-6850A14FAD0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5841" t="15720" r="6772" b="9951"/>
          <a:stretch/>
        </p:blipFill>
        <p:spPr>
          <a:xfrm>
            <a:off x="11058423" y="6357258"/>
            <a:ext cx="912981" cy="350520"/>
          </a:xfrm>
          <a:prstGeom prst="rect">
            <a:avLst/>
          </a:prstGeom>
        </p:spPr>
      </p:pic>
      <p:sp>
        <p:nvSpPr>
          <p:cNvPr id="13" name="Title Placeholder 1">
            <a:extLst>
              <a:ext uri="{FF2B5EF4-FFF2-40B4-BE49-F238E27FC236}">
                <a16:creationId xmlns:a16="http://schemas.microsoft.com/office/drawing/2014/main" id="{832EB244-588F-F0FF-45D7-63B846786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2066" y="2810084"/>
            <a:ext cx="5335930" cy="54927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A21C998E-9CEA-DD6A-6BAC-CA378211C748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5829925" y="2502243"/>
            <a:ext cx="5335226" cy="276999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>
              <a:defRPr sz="1050" spc="30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GB"/>
              <a:t>CLICK TO EDIT MASTER TEXT STYLE</a:t>
            </a:r>
            <a:r>
              <a:rPr kumimoji="0" lang="en-US" sz="1050" b="0" i="0" u="none" strike="noStrike" kern="0" cap="none" spc="60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+mn-cs"/>
              </a:rPr>
              <a:t>S·</a:t>
            </a:r>
            <a:endParaRPr lang="en-GB"/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369D870A-54C8-3CC8-5760-81E84CB60A7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822066" y="3566167"/>
            <a:ext cx="5347504" cy="461823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83AA11DC-21CB-C32F-2B67-926F73FFD206}"/>
              </a:ext>
            </a:extLst>
          </p:cNvPr>
          <p:cNvSpPr/>
          <p:nvPr userDrawn="1"/>
        </p:nvSpPr>
        <p:spPr>
          <a:xfrm>
            <a:off x="3463852" y="1226917"/>
            <a:ext cx="564840" cy="564840"/>
          </a:xfrm>
          <a:prstGeom prst="ellipse">
            <a:avLst/>
          </a:prstGeom>
          <a:solidFill>
            <a:schemeClr val="accent5"/>
          </a:solidFill>
          <a:ln>
            <a:noFill/>
          </a:ln>
          <a:effectLst>
            <a:outerShdw blurRad="546100" algn="ctr" rotWithShape="0">
              <a:schemeClr val="accent5">
                <a:alpha val="33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E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541120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C9BA909F-5017-91E6-7B9E-0B98DB9DC3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0441" y="784513"/>
            <a:ext cx="10422028" cy="54927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FA127B9-00FC-866D-DFA3-76A1DCECA78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5841" t="15720" r="6772" b="9951"/>
          <a:stretch/>
        </p:blipFill>
        <p:spPr>
          <a:xfrm>
            <a:off x="11058423" y="6357258"/>
            <a:ext cx="912981" cy="350520"/>
          </a:xfrm>
          <a:prstGeom prst="rect">
            <a:avLst/>
          </a:prstGeom>
        </p:spPr>
      </p:pic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DFDA6D76-AE7F-C3FC-B698-8DB56F1E5794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629149" y="476672"/>
            <a:ext cx="10420653" cy="276999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>
              <a:defRPr sz="1050" spc="30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GB"/>
              <a:t>CLICK TO EDIT MASTER TEXT STYLE</a:t>
            </a:r>
            <a:r>
              <a:rPr kumimoji="0" lang="en-US" sz="1050" b="0" i="0" u="none" strike="noStrike" kern="0" cap="none" spc="60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+mn-cs"/>
              </a:rPr>
              <a:t>S·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C0A9E8E-77E8-7435-B682-DCFBB18E859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23888" y="1482725"/>
            <a:ext cx="10454790" cy="2309813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8432029E-26C0-6D87-8BBC-43114A9F21DF}"/>
              </a:ext>
            </a:extLst>
          </p:cNvPr>
          <p:cNvSpPr/>
          <p:nvPr userDrawn="1"/>
        </p:nvSpPr>
        <p:spPr>
          <a:xfrm>
            <a:off x="10732753" y="641886"/>
            <a:ext cx="455389" cy="455389"/>
          </a:xfrm>
          <a:prstGeom prst="ellipse">
            <a:avLst/>
          </a:prstGeom>
          <a:solidFill>
            <a:schemeClr val="accent6"/>
          </a:solidFill>
          <a:ln>
            <a:noFill/>
          </a:ln>
          <a:effectLst>
            <a:outerShdw blurRad="546100" algn="ctr" rotWithShape="0">
              <a:schemeClr val="accent6">
                <a:alpha val="3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E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27774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val 10">
            <a:extLst>
              <a:ext uri="{FF2B5EF4-FFF2-40B4-BE49-F238E27FC236}">
                <a16:creationId xmlns:a16="http://schemas.microsoft.com/office/drawing/2014/main" id="{22182A57-8428-8DEC-5496-33EA5B58BB96}"/>
              </a:ext>
            </a:extLst>
          </p:cNvPr>
          <p:cNvSpPr/>
          <p:nvPr userDrawn="1"/>
        </p:nvSpPr>
        <p:spPr>
          <a:xfrm>
            <a:off x="7842684" y="-2853389"/>
            <a:ext cx="6282389" cy="6282389"/>
          </a:xfrm>
          <a:prstGeom prst="ellipse">
            <a:avLst/>
          </a:prstGeom>
          <a:noFill/>
          <a:ln w="0">
            <a:solidFill>
              <a:schemeClr val="tx2">
                <a:alpha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E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1D61FA63-B518-460C-7125-A5ECF3214F8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alphaModFix amt="8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813494" y="5603817"/>
            <a:ext cx="5378506" cy="1254183"/>
          </a:xfrm>
          <a:prstGeom prst="rect">
            <a:avLst/>
          </a:prstGeom>
        </p:spPr>
      </p:pic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C9BA909F-5017-91E6-7B9E-0B98DB9DC3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0441" y="495755"/>
            <a:ext cx="10422028" cy="54927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FA127B9-00FC-866D-DFA3-76A1DCECA78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l="5841" t="15720" r="6772" b="9951"/>
          <a:stretch/>
        </p:blipFill>
        <p:spPr>
          <a:xfrm>
            <a:off x="11058423" y="6357258"/>
            <a:ext cx="912981" cy="350520"/>
          </a:xfrm>
          <a:prstGeom prst="rect">
            <a:avLst/>
          </a:prstGeom>
        </p:spPr>
      </p:pic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277C7B1F-BE1A-416D-7905-9679238C0BB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23888" y="1482725"/>
            <a:ext cx="10454790" cy="2309813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B88D212A-6917-DCC7-06C0-8F96CD92313F}"/>
              </a:ext>
            </a:extLst>
          </p:cNvPr>
          <p:cNvSpPr/>
          <p:nvPr userDrawn="1"/>
        </p:nvSpPr>
        <p:spPr>
          <a:xfrm>
            <a:off x="836398" y="5619000"/>
            <a:ext cx="455389" cy="455389"/>
          </a:xfrm>
          <a:prstGeom prst="ellipse">
            <a:avLst/>
          </a:prstGeom>
          <a:solidFill>
            <a:schemeClr val="accent4"/>
          </a:solidFill>
          <a:ln>
            <a:noFill/>
          </a:ln>
          <a:effectLst>
            <a:outerShdw blurRad="546100" algn="ctr" rotWithShape="0">
              <a:schemeClr val="accent4">
                <a:alpha val="53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E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395064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1D27410-C4F5-0855-0879-0EE7E807A3C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alphaModFix amt="8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6200000">
            <a:off x="7952903" y="2618897"/>
            <a:ext cx="6858000" cy="1620204"/>
          </a:xfrm>
          <a:prstGeom prst="rect">
            <a:avLst/>
          </a:prstGeom>
        </p:spPr>
      </p:pic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C9BA909F-5017-91E6-7B9E-0B98DB9DC3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0441" y="495755"/>
            <a:ext cx="10422028" cy="54927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FA127B9-00FC-866D-DFA3-76A1DCECA78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l="5841" t="15720" r="6772" b="9951"/>
          <a:stretch/>
        </p:blipFill>
        <p:spPr>
          <a:xfrm>
            <a:off x="11058423" y="6357258"/>
            <a:ext cx="912981" cy="350520"/>
          </a:xfrm>
          <a:prstGeom prst="rect">
            <a:avLst/>
          </a:prstGeom>
        </p:spPr>
      </p:pic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277C7B1F-BE1A-416D-7905-9679238C0BB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23888" y="1482725"/>
            <a:ext cx="10454790" cy="2309813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443C16C0-54F6-E087-AB57-BA2432A57833}"/>
              </a:ext>
            </a:extLst>
          </p:cNvPr>
          <p:cNvSpPr/>
          <p:nvPr userDrawn="1"/>
        </p:nvSpPr>
        <p:spPr>
          <a:xfrm>
            <a:off x="-2567326" y="5387583"/>
            <a:ext cx="10784103" cy="10784103"/>
          </a:xfrm>
          <a:prstGeom prst="ellipse">
            <a:avLst/>
          </a:prstGeom>
          <a:noFill/>
          <a:ln w="0">
            <a:solidFill>
              <a:schemeClr val="tx2">
                <a:alpha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E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B89132C3-1287-D31B-36D8-D72BB91E82EE}"/>
              </a:ext>
            </a:extLst>
          </p:cNvPr>
          <p:cNvSpPr/>
          <p:nvPr userDrawn="1"/>
        </p:nvSpPr>
        <p:spPr>
          <a:xfrm>
            <a:off x="5558870" y="6035688"/>
            <a:ext cx="455389" cy="455389"/>
          </a:xfrm>
          <a:prstGeom prst="ellipse">
            <a:avLst/>
          </a:prstGeom>
          <a:solidFill>
            <a:schemeClr val="accent6"/>
          </a:solidFill>
          <a:ln>
            <a:noFill/>
          </a:ln>
          <a:effectLst>
            <a:outerShdw blurRad="546100" algn="ctr" rotWithShape="0">
              <a:schemeClr val="accent6">
                <a:alpha val="3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E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8567498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C9BA909F-5017-91E6-7B9E-0B98DB9DC3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0441" y="495755"/>
            <a:ext cx="10422028" cy="54927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FA127B9-00FC-866D-DFA3-76A1DCECA78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5841" t="15720" r="6772" b="9951"/>
          <a:stretch/>
        </p:blipFill>
        <p:spPr>
          <a:xfrm>
            <a:off x="11058423" y="6357258"/>
            <a:ext cx="912981" cy="350520"/>
          </a:xfrm>
          <a:prstGeom prst="rect">
            <a:avLst/>
          </a:prstGeom>
        </p:spPr>
      </p:pic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277C7B1F-BE1A-416D-7905-9679238C0BB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23888" y="1482725"/>
            <a:ext cx="10454790" cy="2309813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35F4710F-7472-6654-53E6-6D6F1D25683A}"/>
              </a:ext>
            </a:extLst>
          </p:cNvPr>
          <p:cNvSpPr/>
          <p:nvPr userDrawn="1"/>
        </p:nvSpPr>
        <p:spPr>
          <a:xfrm>
            <a:off x="4777262" y="-9210618"/>
            <a:ext cx="10784103" cy="10784103"/>
          </a:xfrm>
          <a:prstGeom prst="ellipse">
            <a:avLst/>
          </a:prstGeom>
          <a:noFill/>
          <a:ln w="0">
            <a:solidFill>
              <a:schemeClr val="tx2">
                <a:alpha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E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5EEF602-124C-C76F-4E7D-CE8EA765B6F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alphaModFix amt="8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4924"/>
          <a:stretch/>
        </p:blipFill>
        <p:spPr>
          <a:xfrm>
            <a:off x="-1" y="5585823"/>
            <a:ext cx="4641449" cy="1272177"/>
          </a:xfrm>
          <a:prstGeom prst="rect">
            <a:avLst/>
          </a:prstGeom>
        </p:spPr>
      </p:pic>
      <p:sp>
        <p:nvSpPr>
          <p:cNvPr id="3" name="Oval 2">
            <a:extLst>
              <a:ext uri="{FF2B5EF4-FFF2-40B4-BE49-F238E27FC236}">
                <a16:creationId xmlns:a16="http://schemas.microsoft.com/office/drawing/2014/main" id="{0DB6E284-EDEF-6072-AADE-E5852BFA83F5}"/>
              </a:ext>
            </a:extLst>
          </p:cNvPr>
          <p:cNvSpPr/>
          <p:nvPr userDrawn="1"/>
        </p:nvSpPr>
        <p:spPr>
          <a:xfrm>
            <a:off x="11427234" y="1116448"/>
            <a:ext cx="455389" cy="455389"/>
          </a:xfrm>
          <a:prstGeom prst="ellipse">
            <a:avLst/>
          </a:prstGeom>
          <a:solidFill>
            <a:schemeClr val="accent4"/>
          </a:solidFill>
          <a:ln>
            <a:noFill/>
          </a:ln>
          <a:effectLst>
            <a:outerShdw blurRad="546100" algn="ctr" rotWithShape="0">
              <a:schemeClr val="accent6">
                <a:alpha val="3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E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9490665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val 2">
            <a:extLst>
              <a:ext uri="{FF2B5EF4-FFF2-40B4-BE49-F238E27FC236}">
                <a16:creationId xmlns:a16="http://schemas.microsoft.com/office/drawing/2014/main" id="{B9C99CA4-4DEC-5FB9-4475-3310F7BA0EF3}"/>
              </a:ext>
            </a:extLst>
          </p:cNvPr>
          <p:cNvSpPr/>
          <p:nvPr userDrawn="1"/>
        </p:nvSpPr>
        <p:spPr>
          <a:xfrm>
            <a:off x="9392856" y="-1743853"/>
            <a:ext cx="7917703" cy="7917703"/>
          </a:xfrm>
          <a:prstGeom prst="ellipse">
            <a:avLst/>
          </a:prstGeom>
          <a:noFill/>
          <a:ln w="0">
            <a:solidFill>
              <a:schemeClr val="tx2">
                <a:alpha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E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2A9560D-6A7E-DF8D-81F9-B89103748D3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alphaModFix amt="8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65000" y="5603817"/>
            <a:ext cx="5731000" cy="1254183"/>
          </a:xfrm>
          <a:prstGeom prst="rect">
            <a:avLst/>
          </a:prstGeom>
        </p:spPr>
      </p:pic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4446BA72-A28E-77F3-FCE2-7AFF9D72CC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0441" y="495755"/>
            <a:ext cx="10422028" cy="54927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507E4A19-CB2C-6C84-099F-0BE13C538EE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23888" y="1482725"/>
            <a:ext cx="10454790" cy="2309813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6A6D3B2-1131-BAD7-F73F-1E7B51C7800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l="5841" t="15720" r="6772" b="9951"/>
          <a:stretch/>
        </p:blipFill>
        <p:spPr>
          <a:xfrm>
            <a:off x="11058423" y="6357258"/>
            <a:ext cx="912981" cy="350520"/>
          </a:xfrm>
          <a:prstGeom prst="rect">
            <a:avLst/>
          </a:prstGeom>
        </p:spPr>
      </p:pic>
      <p:sp>
        <p:nvSpPr>
          <p:cNvPr id="2" name="Oval 1">
            <a:extLst>
              <a:ext uri="{FF2B5EF4-FFF2-40B4-BE49-F238E27FC236}">
                <a16:creationId xmlns:a16="http://schemas.microsoft.com/office/drawing/2014/main" id="{2E65CF32-7F46-3141-8887-2FA341FC8311}"/>
              </a:ext>
            </a:extLst>
          </p:cNvPr>
          <p:cNvSpPr/>
          <p:nvPr userDrawn="1"/>
        </p:nvSpPr>
        <p:spPr>
          <a:xfrm>
            <a:off x="10779052" y="5139860"/>
            <a:ext cx="448391" cy="448391"/>
          </a:xfrm>
          <a:prstGeom prst="ellipse">
            <a:avLst/>
          </a:prstGeom>
          <a:solidFill>
            <a:schemeClr val="accent5"/>
          </a:solidFill>
          <a:ln>
            <a:noFill/>
          </a:ln>
          <a:effectLst>
            <a:outerShdw blurRad="546100" algn="ctr" rotWithShape="0">
              <a:schemeClr val="accent6">
                <a:alpha val="3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E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691428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val 2">
            <a:extLst>
              <a:ext uri="{FF2B5EF4-FFF2-40B4-BE49-F238E27FC236}">
                <a16:creationId xmlns:a16="http://schemas.microsoft.com/office/drawing/2014/main" id="{FAB68F6C-9F34-6342-465A-954613A7D7BE}"/>
              </a:ext>
            </a:extLst>
          </p:cNvPr>
          <p:cNvSpPr/>
          <p:nvPr userDrawn="1"/>
        </p:nvSpPr>
        <p:spPr>
          <a:xfrm>
            <a:off x="-2326248" y="-1087654"/>
            <a:ext cx="9984252" cy="9984252"/>
          </a:xfrm>
          <a:prstGeom prst="ellipse">
            <a:avLst/>
          </a:prstGeom>
          <a:noFill/>
          <a:ln w="0">
            <a:solidFill>
              <a:schemeClr val="tx2">
                <a:alpha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E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A0B76B0F-A508-856B-6F5B-A57428B47B30}"/>
              </a:ext>
            </a:extLst>
          </p:cNvPr>
          <p:cNvSpPr/>
          <p:nvPr userDrawn="1"/>
        </p:nvSpPr>
        <p:spPr>
          <a:xfrm>
            <a:off x="8920849" y="-952901"/>
            <a:ext cx="9758059" cy="9758059"/>
          </a:xfrm>
          <a:prstGeom prst="ellipse">
            <a:avLst/>
          </a:prstGeom>
          <a:noFill/>
          <a:ln w="0">
            <a:solidFill>
              <a:schemeClr val="tx2">
                <a:alpha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E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5B1AC03-1E75-CCA8-7116-9933A6A2868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5841" t="15720" r="6772" b="9951"/>
          <a:stretch/>
        </p:blipFill>
        <p:spPr>
          <a:xfrm>
            <a:off x="11058423" y="6357258"/>
            <a:ext cx="912981" cy="350520"/>
          </a:xfrm>
          <a:prstGeom prst="rect">
            <a:avLst/>
          </a:prstGeom>
        </p:spPr>
      </p:pic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ECD5B10B-A1BB-FE81-A4E0-4DB1784604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0441" y="1862289"/>
            <a:ext cx="4600928" cy="9680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8" name="Picture Placeholder 10">
            <a:extLst>
              <a:ext uri="{FF2B5EF4-FFF2-40B4-BE49-F238E27FC236}">
                <a16:creationId xmlns:a16="http://schemas.microsoft.com/office/drawing/2014/main" id="{EF4BC979-E61F-4E6B-911C-034E75D5412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273604" y="1030145"/>
            <a:ext cx="2230057" cy="2228433"/>
          </a:xfrm>
          <a:prstGeom prst="ellipse">
            <a:avLst/>
          </a:prstGeom>
          <a:solidFill>
            <a:schemeClr val="bg1"/>
          </a:solidFill>
        </p:spPr>
        <p:txBody>
          <a:bodyPr>
            <a:noAutofit/>
          </a:bodyPr>
          <a:lstStyle/>
          <a:p>
            <a:endParaRPr lang="en-VN"/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75E783FE-4ED7-B874-5AE1-0095E607AF4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23888" y="2916890"/>
            <a:ext cx="4621880" cy="2309813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Picture Placeholder 10">
            <a:extLst>
              <a:ext uri="{FF2B5EF4-FFF2-40B4-BE49-F238E27FC236}">
                <a16:creationId xmlns:a16="http://schemas.microsoft.com/office/drawing/2014/main" id="{FA889111-CBA3-D216-0642-5E93ADCC8F69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715600" y="2500131"/>
            <a:ext cx="2936628" cy="2934489"/>
          </a:xfrm>
          <a:prstGeom prst="ellipse">
            <a:avLst/>
          </a:prstGeom>
          <a:solidFill>
            <a:schemeClr val="bg1"/>
          </a:solidFill>
        </p:spPr>
        <p:txBody>
          <a:bodyPr>
            <a:noAutofit/>
          </a:bodyPr>
          <a:lstStyle/>
          <a:p>
            <a:endParaRPr lang="en-VN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676839BF-044F-A117-0FF0-11FA2AE39909}"/>
              </a:ext>
            </a:extLst>
          </p:cNvPr>
          <p:cNvSpPr/>
          <p:nvPr userDrawn="1"/>
        </p:nvSpPr>
        <p:spPr>
          <a:xfrm>
            <a:off x="9170169" y="3565703"/>
            <a:ext cx="622013" cy="622013"/>
          </a:xfrm>
          <a:prstGeom prst="ellipse">
            <a:avLst/>
          </a:prstGeom>
          <a:solidFill>
            <a:schemeClr val="accent5"/>
          </a:solidFill>
          <a:ln>
            <a:noFill/>
          </a:ln>
          <a:effectLst>
            <a:outerShdw blurRad="546100" algn="ctr" rotWithShape="0">
              <a:schemeClr val="accent5">
                <a:alpha val="2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E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682949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Placeholder 1">
            <a:extLst>
              <a:ext uri="{FF2B5EF4-FFF2-40B4-BE49-F238E27FC236}">
                <a16:creationId xmlns:a16="http://schemas.microsoft.com/office/drawing/2014/main" id="{1D56163D-704B-0AFC-474B-7D52DF54C1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3596" y="1655379"/>
            <a:ext cx="5212404" cy="4961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6B0A3B7-04BE-276A-28F5-14C529BCFA5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87043" y="2561440"/>
            <a:ext cx="5212403" cy="2309813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6557E2FA-A4E3-4F85-FFB1-F74A61AACF6E}"/>
              </a:ext>
            </a:extLst>
          </p:cNvPr>
          <p:cNvSpPr/>
          <p:nvPr userDrawn="1"/>
        </p:nvSpPr>
        <p:spPr>
          <a:xfrm>
            <a:off x="7313464" y="-655833"/>
            <a:ext cx="7917703" cy="7917703"/>
          </a:xfrm>
          <a:prstGeom prst="ellipse">
            <a:avLst/>
          </a:prstGeom>
          <a:noFill/>
          <a:ln w="0">
            <a:solidFill>
              <a:schemeClr val="tx2">
                <a:alpha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E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FA6D7F9-0520-8CC7-78A6-DD92225DA84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5841" t="15720" r="6772" b="9951"/>
          <a:stretch/>
        </p:blipFill>
        <p:spPr>
          <a:xfrm>
            <a:off x="11058423" y="6357258"/>
            <a:ext cx="912981" cy="350520"/>
          </a:xfrm>
          <a:prstGeom prst="rect">
            <a:avLst/>
          </a:prstGeom>
        </p:spPr>
      </p:pic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A1ACBE25-067E-0608-858E-A42BAD836709}"/>
              </a:ext>
            </a:extLst>
          </p:cNvPr>
          <p:cNvSpPr>
            <a:spLocks noGrp="1"/>
          </p:cNvSpPr>
          <p:nvPr>
            <p:ph idx="28" hasCustomPrompt="1"/>
          </p:nvPr>
        </p:nvSpPr>
        <p:spPr>
          <a:xfrm>
            <a:off x="880161" y="2113242"/>
            <a:ext cx="5212403" cy="276999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>
              <a:defRPr sz="1050" spc="30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GB"/>
              <a:t>CLICK TO EDIT MASTER TEXT STYLE</a:t>
            </a:r>
            <a:r>
              <a:rPr kumimoji="0" lang="en-US" sz="1050" b="0" i="0" u="none" strike="noStrike" kern="0" cap="none" spc="60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+mn-cs"/>
              </a:rPr>
              <a:t>S·</a:t>
            </a:r>
            <a:endParaRPr lang="en-GB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5F0E43B-5BC2-AFA5-AF1D-47CF7042ADD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alphaModFix amt="8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8335"/>
          <a:stretch/>
        </p:blipFill>
        <p:spPr>
          <a:xfrm>
            <a:off x="-1" y="5603817"/>
            <a:ext cx="5253317" cy="1254183"/>
          </a:xfrm>
          <a:prstGeom prst="rect">
            <a:avLst/>
          </a:prstGeom>
        </p:spPr>
      </p:pic>
      <p:sp>
        <p:nvSpPr>
          <p:cNvPr id="5" name="Oval 4">
            <a:extLst>
              <a:ext uri="{FF2B5EF4-FFF2-40B4-BE49-F238E27FC236}">
                <a16:creationId xmlns:a16="http://schemas.microsoft.com/office/drawing/2014/main" id="{4A337EE6-D040-2330-F494-833A1E914067}"/>
              </a:ext>
            </a:extLst>
          </p:cNvPr>
          <p:cNvSpPr/>
          <p:nvPr userDrawn="1"/>
        </p:nvSpPr>
        <p:spPr>
          <a:xfrm>
            <a:off x="8140024" y="410392"/>
            <a:ext cx="455389" cy="455389"/>
          </a:xfrm>
          <a:prstGeom prst="ellipse">
            <a:avLst/>
          </a:prstGeom>
          <a:solidFill>
            <a:schemeClr val="accent3"/>
          </a:solidFill>
          <a:ln>
            <a:noFill/>
          </a:ln>
          <a:effectLst>
            <a:outerShdw blurRad="546100" algn="ctr" rotWithShape="0">
              <a:schemeClr val="tx1">
                <a:alpha val="12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E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69166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Placeholder 1">
            <a:extLst>
              <a:ext uri="{FF2B5EF4-FFF2-40B4-BE49-F238E27FC236}">
                <a16:creationId xmlns:a16="http://schemas.microsoft.com/office/drawing/2014/main" id="{1D56163D-704B-0AFC-474B-7D52DF54C1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3596" y="1337931"/>
            <a:ext cx="5212404" cy="4961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6B0A3B7-04BE-276A-28F5-14C529BCFA5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400300" y="2711206"/>
            <a:ext cx="3489512" cy="1047112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6557E2FA-A4E3-4F85-FFB1-F74A61AACF6E}"/>
              </a:ext>
            </a:extLst>
          </p:cNvPr>
          <p:cNvSpPr/>
          <p:nvPr userDrawn="1"/>
        </p:nvSpPr>
        <p:spPr>
          <a:xfrm>
            <a:off x="7840386" y="1370769"/>
            <a:ext cx="7917703" cy="7917703"/>
          </a:xfrm>
          <a:prstGeom prst="ellipse">
            <a:avLst/>
          </a:prstGeom>
          <a:noFill/>
          <a:ln w="0">
            <a:solidFill>
              <a:schemeClr val="tx2">
                <a:alpha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E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FA6D7F9-0520-8CC7-78A6-DD92225DA84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5841" t="15720" r="6772" b="9951"/>
          <a:stretch/>
        </p:blipFill>
        <p:spPr>
          <a:xfrm>
            <a:off x="11058423" y="6357258"/>
            <a:ext cx="912981" cy="350520"/>
          </a:xfrm>
          <a:prstGeom prst="rect">
            <a:avLst/>
          </a:prstGeom>
        </p:spPr>
      </p:pic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A1ACBE25-067E-0608-858E-A42BAD836709}"/>
              </a:ext>
            </a:extLst>
          </p:cNvPr>
          <p:cNvSpPr>
            <a:spLocks noGrp="1"/>
          </p:cNvSpPr>
          <p:nvPr>
            <p:ph idx="28" hasCustomPrompt="1"/>
          </p:nvPr>
        </p:nvSpPr>
        <p:spPr>
          <a:xfrm>
            <a:off x="880162" y="1795794"/>
            <a:ext cx="5212404" cy="267574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>
              <a:defRPr sz="1050" spc="30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GB"/>
              <a:t>CLICK TO EDIT MASTER TEXT STYLE</a:t>
            </a:r>
            <a:r>
              <a:rPr kumimoji="0" lang="en-US" sz="1050" b="0" i="0" u="none" strike="noStrike" kern="0" cap="none" spc="60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+mn-cs"/>
              </a:rPr>
              <a:t>S·</a:t>
            </a:r>
            <a:endParaRPr lang="en-GB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5F0E43B-5BC2-AFA5-AF1D-47CF7042ADD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alphaModFix amt="8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8335"/>
          <a:stretch/>
        </p:blipFill>
        <p:spPr>
          <a:xfrm>
            <a:off x="-1" y="5603817"/>
            <a:ext cx="5253317" cy="1254183"/>
          </a:xfrm>
          <a:prstGeom prst="rect">
            <a:avLst/>
          </a:prstGeom>
        </p:spPr>
      </p:pic>
      <p:sp>
        <p:nvSpPr>
          <p:cNvPr id="5" name="Picture Placeholder 10">
            <a:extLst>
              <a:ext uri="{FF2B5EF4-FFF2-40B4-BE49-F238E27FC236}">
                <a16:creationId xmlns:a16="http://schemas.microsoft.com/office/drawing/2014/main" id="{40ADF7BD-B643-1CA6-4CAD-25FF678DA67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80162" y="2641173"/>
            <a:ext cx="1117958" cy="1117144"/>
          </a:xfrm>
          <a:prstGeom prst="ellipse">
            <a:avLst/>
          </a:prstGeom>
          <a:solidFill>
            <a:schemeClr val="bg1"/>
          </a:solidFill>
        </p:spPr>
        <p:txBody>
          <a:bodyPr>
            <a:noAutofit/>
          </a:bodyPr>
          <a:lstStyle/>
          <a:p>
            <a:endParaRPr lang="en-VN"/>
          </a:p>
        </p:txBody>
      </p:sp>
      <p:sp>
        <p:nvSpPr>
          <p:cNvPr id="8" name="Picture Placeholder 10">
            <a:extLst>
              <a:ext uri="{FF2B5EF4-FFF2-40B4-BE49-F238E27FC236}">
                <a16:creationId xmlns:a16="http://schemas.microsoft.com/office/drawing/2014/main" id="{0AF9E088-EF9A-4421-DB4D-B6D6176798EB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880162" y="4148094"/>
            <a:ext cx="1117958" cy="1117144"/>
          </a:xfrm>
          <a:prstGeom prst="ellipse">
            <a:avLst/>
          </a:prstGeom>
          <a:solidFill>
            <a:schemeClr val="bg1"/>
          </a:solidFill>
        </p:spPr>
        <p:txBody>
          <a:bodyPr>
            <a:noAutofit/>
          </a:bodyPr>
          <a:lstStyle/>
          <a:p>
            <a:endParaRPr lang="en-VN"/>
          </a:p>
        </p:txBody>
      </p:sp>
      <p:sp>
        <p:nvSpPr>
          <p:cNvPr id="12" name="Picture Placeholder 10">
            <a:extLst>
              <a:ext uri="{FF2B5EF4-FFF2-40B4-BE49-F238E27FC236}">
                <a16:creationId xmlns:a16="http://schemas.microsoft.com/office/drawing/2014/main" id="{17D58A88-1756-714D-3E97-D1652B2BBEAE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6463942" y="2641173"/>
            <a:ext cx="1117958" cy="1117144"/>
          </a:xfrm>
          <a:prstGeom prst="ellipse">
            <a:avLst/>
          </a:prstGeom>
          <a:solidFill>
            <a:schemeClr val="bg1"/>
          </a:solidFill>
        </p:spPr>
        <p:txBody>
          <a:bodyPr>
            <a:noAutofit/>
          </a:bodyPr>
          <a:lstStyle/>
          <a:p>
            <a:endParaRPr lang="en-VN"/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A11E832F-404F-638A-EE5F-1B4304636DB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2400300" y="4148094"/>
            <a:ext cx="3489512" cy="1047112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905CFA32-8D9C-B540-F30F-DBEA8AB288AE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8046944" y="2711206"/>
            <a:ext cx="3489512" cy="1047112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46040F32-C91B-DACF-9F96-4FF82914B695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8046944" y="4148094"/>
            <a:ext cx="3489512" cy="1047112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Picture Placeholder 10">
            <a:extLst>
              <a:ext uri="{FF2B5EF4-FFF2-40B4-BE49-F238E27FC236}">
                <a16:creationId xmlns:a16="http://schemas.microsoft.com/office/drawing/2014/main" id="{4DE49DA2-97F4-43A5-5A86-2BB1CF14EAC6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6463942" y="4148094"/>
            <a:ext cx="1117958" cy="1117144"/>
          </a:xfrm>
          <a:prstGeom prst="ellipse">
            <a:avLst/>
          </a:prstGeom>
          <a:solidFill>
            <a:schemeClr val="bg1"/>
          </a:solidFill>
        </p:spPr>
        <p:txBody>
          <a:bodyPr>
            <a:noAutofit/>
          </a:bodyPr>
          <a:lstStyle/>
          <a:p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416708600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ounded Rectangle 33">
            <a:extLst>
              <a:ext uri="{FF2B5EF4-FFF2-40B4-BE49-F238E27FC236}">
                <a16:creationId xmlns:a16="http://schemas.microsoft.com/office/drawing/2014/main" id="{4FAAB3C3-7B95-EA02-D320-BED3FC4CFDE4}"/>
              </a:ext>
            </a:extLst>
          </p:cNvPr>
          <p:cNvSpPr/>
          <p:nvPr userDrawn="1"/>
        </p:nvSpPr>
        <p:spPr>
          <a:xfrm>
            <a:off x="1089315" y="1878491"/>
            <a:ext cx="4621238" cy="2586835"/>
          </a:xfrm>
          <a:prstGeom prst="roundRect">
            <a:avLst>
              <a:gd name="adj" fmla="val 8909"/>
            </a:avLst>
          </a:prstGeom>
          <a:gradFill>
            <a:gsLst>
              <a:gs pos="100000">
                <a:schemeClr val="bg1">
                  <a:alpha val="0"/>
                </a:schemeClr>
              </a:gs>
              <a:gs pos="0">
                <a:schemeClr val="accent3">
                  <a:lumMod val="20000"/>
                  <a:lumOff val="8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ES">
              <a:solidFill>
                <a:schemeClr val="tx2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FA6D7F9-0520-8CC7-78A6-DD92225DA84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 contrast="100000"/>
                    </a14:imgEffect>
                  </a14:imgLayer>
                </a14:imgProps>
              </a:ext>
            </a:extLst>
          </a:blip>
          <a:srcRect l="5841" t="15720" r="6772" b="9951"/>
          <a:stretch/>
        </p:blipFill>
        <p:spPr>
          <a:xfrm>
            <a:off x="11058423" y="6357258"/>
            <a:ext cx="912981" cy="35052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5F0E43B-5BC2-AFA5-AF1D-47CF7042ADDF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alphaModFix amt="8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8335"/>
          <a:stretch/>
        </p:blipFill>
        <p:spPr>
          <a:xfrm>
            <a:off x="-1" y="5603817"/>
            <a:ext cx="5253317" cy="1254183"/>
          </a:xfrm>
          <a:prstGeom prst="rect">
            <a:avLst/>
          </a:prstGeom>
        </p:spPr>
      </p:pic>
      <p:sp>
        <p:nvSpPr>
          <p:cNvPr id="17" name="Oval 16">
            <a:extLst>
              <a:ext uri="{FF2B5EF4-FFF2-40B4-BE49-F238E27FC236}">
                <a16:creationId xmlns:a16="http://schemas.microsoft.com/office/drawing/2014/main" id="{A1BEBEB1-1423-9B8F-1D11-E5D019A1D1CE}"/>
              </a:ext>
            </a:extLst>
          </p:cNvPr>
          <p:cNvSpPr/>
          <p:nvPr userDrawn="1"/>
        </p:nvSpPr>
        <p:spPr>
          <a:xfrm>
            <a:off x="6599719" y="1624086"/>
            <a:ext cx="868794" cy="868794"/>
          </a:xfrm>
          <a:prstGeom prst="ellipse">
            <a:avLst/>
          </a:prstGeom>
          <a:solidFill>
            <a:schemeClr val="accent4"/>
          </a:solidFill>
          <a:ln>
            <a:noFill/>
          </a:ln>
          <a:effectLst>
            <a:outerShdw blurRad="317500" dist="12700" sx="90000" sy="90000" algn="ctr" rotWithShape="0">
              <a:schemeClr val="accent4"/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ES" sz="18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Century Gothic"/>
              <a:ea typeface="+mn-ea"/>
              <a:cs typeface="+mn-cs"/>
            </a:endParaRPr>
          </a:p>
        </p:txBody>
      </p:sp>
      <p:sp>
        <p:nvSpPr>
          <p:cNvPr id="5" name="Picture Placeholder 10">
            <a:extLst>
              <a:ext uri="{FF2B5EF4-FFF2-40B4-BE49-F238E27FC236}">
                <a16:creationId xmlns:a16="http://schemas.microsoft.com/office/drawing/2014/main" id="{71EDD294-6376-1BAD-D384-B82B908CEF54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070758" y="699027"/>
            <a:ext cx="2919970" cy="2917842"/>
          </a:xfrm>
          <a:prstGeom prst="ellipse">
            <a:avLst/>
          </a:prstGeom>
          <a:solidFill>
            <a:schemeClr val="bg1"/>
          </a:solidFill>
        </p:spPr>
        <p:txBody>
          <a:bodyPr>
            <a:noAutofit/>
          </a:bodyPr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VN"/>
          </a:p>
        </p:txBody>
      </p:sp>
      <p:sp>
        <p:nvSpPr>
          <p:cNvPr id="2" name="Picture Placeholder 10">
            <a:extLst>
              <a:ext uri="{FF2B5EF4-FFF2-40B4-BE49-F238E27FC236}">
                <a16:creationId xmlns:a16="http://schemas.microsoft.com/office/drawing/2014/main" id="{F8BFE8AD-F869-C8F9-0B76-CB3B5E6DF56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203576" y="2841812"/>
            <a:ext cx="2257839" cy="2256194"/>
          </a:xfrm>
          <a:prstGeom prst="ellipse">
            <a:avLst/>
          </a:prstGeom>
          <a:solidFill>
            <a:schemeClr val="bg1"/>
          </a:solidFill>
        </p:spPr>
        <p:txBody>
          <a:bodyPr>
            <a:noAutofit/>
          </a:bodyPr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VN"/>
          </a:p>
        </p:txBody>
      </p:sp>
      <p:sp>
        <p:nvSpPr>
          <p:cNvPr id="4" name="Picture Placeholder 10">
            <a:extLst>
              <a:ext uri="{FF2B5EF4-FFF2-40B4-BE49-F238E27FC236}">
                <a16:creationId xmlns:a16="http://schemas.microsoft.com/office/drawing/2014/main" id="{8CF94B22-B043-2C6D-11AD-1A1B53311CF0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478035" y="3899646"/>
            <a:ext cx="1718767" cy="1717515"/>
          </a:xfrm>
          <a:prstGeom prst="ellipse">
            <a:avLst/>
          </a:prstGeom>
          <a:solidFill>
            <a:schemeClr val="bg1"/>
          </a:solidFill>
        </p:spPr>
        <p:txBody>
          <a:bodyPr>
            <a:noAutofit/>
          </a:bodyPr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VN"/>
          </a:p>
        </p:txBody>
      </p:sp>
      <p:sp>
        <p:nvSpPr>
          <p:cNvPr id="16" name="Title Placeholder 1">
            <a:extLst>
              <a:ext uri="{FF2B5EF4-FFF2-40B4-BE49-F238E27FC236}">
                <a16:creationId xmlns:a16="http://schemas.microsoft.com/office/drawing/2014/main" id="{42AD6359-EFA5-96C5-710A-ACC34C95401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97998" y="2183912"/>
            <a:ext cx="3159484" cy="4961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lnSpc>
                <a:spcPct val="100000"/>
              </a:lnSpc>
              <a:defRPr lang="en-US" sz="1400" b="1" kern="1200" spc="300" dirty="0">
                <a:solidFill>
                  <a:schemeClr val="tx2"/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pPr marL="0" lvl="0" indent="0" algn="ctr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None/>
            </a:pPr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8" name="Text Placeholder 12">
            <a:extLst>
              <a:ext uri="{FF2B5EF4-FFF2-40B4-BE49-F238E27FC236}">
                <a16:creationId xmlns:a16="http://schemas.microsoft.com/office/drawing/2014/main" id="{5A79CC88-6853-8EF9-4339-810EA575629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011704" y="3818922"/>
            <a:ext cx="1954587" cy="196663"/>
          </a:xfrm>
          <a:prstGeom prst="rect">
            <a:avLst/>
          </a:prstGeom>
        </p:spPr>
        <p:txBody>
          <a:bodyPr/>
          <a:lstStyle>
            <a:lvl1pPr algn="r">
              <a:defRPr sz="1050" b="0" i="1" spc="3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</a:t>
            </a:r>
            <a:endParaRPr lang="en-VN"/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61498746-CC9F-C10C-540A-A1B5BBA07A3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93222" y="2689496"/>
            <a:ext cx="3163887" cy="1047750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1" name="Graphic 9">
            <a:extLst>
              <a:ext uri="{FF2B5EF4-FFF2-40B4-BE49-F238E27FC236}">
                <a16:creationId xmlns:a16="http://schemas.microsoft.com/office/drawing/2014/main" id="{4D357886-E4E0-F93B-EA20-F78B272D930E}"/>
              </a:ext>
            </a:extLst>
          </p:cNvPr>
          <p:cNvSpPr/>
          <p:nvPr/>
        </p:nvSpPr>
        <p:spPr>
          <a:xfrm>
            <a:off x="761787" y="970762"/>
            <a:ext cx="762999" cy="676968"/>
          </a:xfrm>
          <a:custGeom>
            <a:avLst/>
            <a:gdLst>
              <a:gd name="connsiteX0" fmla="*/ 1210215 w 2833808"/>
              <a:gd name="connsiteY0" fmla="*/ 2514284 h 2514283"/>
              <a:gd name="connsiteX1" fmla="*/ 0 w 2833808"/>
              <a:gd name="connsiteY1" fmla="*/ 2514284 h 2514283"/>
              <a:gd name="connsiteX2" fmla="*/ 0 w 2833808"/>
              <a:gd name="connsiteY2" fmla="*/ 1356268 h 2514283"/>
              <a:gd name="connsiteX3" fmla="*/ 594694 w 2833808"/>
              <a:gd name="connsiteY3" fmla="*/ 0 h 2514283"/>
              <a:gd name="connsiteX4" fmla="*/ 1168494 w 2833808"/>
              <a:gd name="connsiteY4" fmla="*/ 0 h 2514283"/>
              <a:gd name="connsiteX5" fmla="*/ 667721 w 2833808"/>
              <a:gd name="connsiteY5" fmla="*/ 1356268 h 2514283"/>
              <a:gd name="connsiteX6" fmla="*/ 1210215 w 2833808"/>
              <a:gd name="connsiteY6" fmla="*/ 1356268 h 2514283"/>
              <a:gd name="connsiteX7" fmla="*/ 1210215 w 2833808"/>
              <a:gd name="connsiteY7" fmla="*/ 2514284 h 2514283"/>
              <a:gd name="connsiteX8" fmla="*/ 2833808 w 2833808"/>
              <a:gd name="connsiteY8" fmla="*/ 2514284 h 2514283"/>
              <a:gd name="connsiteX9" fmla="*/ 1623660 w 2833808"/>
              <a:gd name="connsiteY9" fmla="*/ 2514284 h 2514283"/>
              <a:gd name="connsiteX10" fmla="*/ 1623660 w 2833808"/>
              <a:gd name="connsiteY10" fmla="*/ 1356268 h 2514283"/>
              <a:gd name="connsiteX11" fmla="*/ 2218288 w 2833808"/>
              <a:gd name="connsiteY11" fmla="*/ 0 h 2514283"/>
              <a:gd name="connsiteX12" fmla="*/ 2792088 w 2833808"/>
              <a:gd name="connsiteY12" fmla="*/ 0 h 2514283"/>
              <a:gd name="connsiteX13" fmla="*/ 2291314 w 2833808"/>
              <a:gd name="connsiteY13" fmla="*/ 1356268 h 2514283"/>
              <a:gd name="connsiteX14" fmla="*/ 2833808 w 2833808"/>
              <a:gd name="connsiteY14" fmla="*/ 1356268 h 2514283"/>
              <a:gd name="connsiteX15" fmla="*/ 2833808 w 2833808"/>
              <a:gd name="connsiteY15" fmla="*/ 2514284 h 25142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2833808" h="2514283">
                <a:moveTo>
                  <a:pt x="1210215" y="2514284"/>
                </a:moveTo>
                <a:lnTo>
                  <a:pt x="0" y="2514284"/>
                </a:lnTo>
                <a:lnTo>
                  <a:pt x="0" y="1356268"/>
                </a:lnTo>
                <a:lnTo>
                  <a:pt x="594694" y="0"/>
                </a:lnTo>
                <a:lnTo>
                  <a:pt x="1168494" y="0"/>
                </a:lnTo>
                <a:lnTo>
                  <a:pt x="667721" y="1356268"/>
                </a:lnTo>
                <a:lnTo>
                  <a:pt x="1210215" y="1356268"/>
                </a:lnTo>
                <a:lnTo>
                  <a:pt x="1210215" y="2514284"/>
                </a:lnTo>
                <a:close/>
                <a:moveTo>
                  <a:pt x="2833808" y="2514284"/>
                </a:moveTo>
                <a:lnTo>
                  <a:pt x="1623660" y="2514284"/>
                </a:lnTo>
                <a:lnTo>
                  <a:pt x="1623660" y="1356268"/>
                </a:lnTo>
                <a:lnTo>
                  <a:pt x="2218288" y="0"/>
                </a:lnTo>
                <a:lnTo>
                  <a:pt x="2792088" y="0"/>
                </a:lnTo>
                <a:lnTo>
                  <a:pt x="2291314" y="1356268"/>
                </a:lnTo>
                <a:lnTo>
                  <a:pt x="2833808" y="1356268"/>
                </a:lnTo>
                <a:lnTo>
                  <a:pt x="2833808" y="2514284"/>
                </a:lnTo>
                <a:close/>
              </a:path>
            </a:pathLst>
          </a:custGeom>
          <a:noFill/>
          <a:ln w="3175" cap="flat">
            <a:solidFill>
              <a:schemeClr val="tx2">
                <a:lumMod val="40000"/>
                <a:lumOff val="6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5325831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33">
            <a:extLst>
              <a:ext uri="{FF2B5EF4-FFF2-40B4-BE49-F238E27FC236}">
                <a16:creationId xmlns:a16="http://schemas.microsoft.com/office/drawing/2014/main" id="{BB739E14-5DBF-E374-EAEE-E7B18743B5FF}"/>
              </a:ext>
            </a:extLst>
          </p:cNvPr>
          <p:cNvSpPr/>
          <p:nvPr userDrawn="1"/>
        </p:nvSpPr>
        <p:spPr>
          <a:xfrm>
            <a:off x="1148646" y="1852317"/>
            <a:ext cx="4640412" cy="2960983"/>
          </a:xfrm>
          <a:prstGeom prst="roundRect">
            <a:avLst>
              <a:gd name="adj" fmla="val 6484"/>
            </a:avLst>
          </a:prstGeom>
          <a:gradFill>
            <a:gsLst>
              <a:gs pos="9000">
                <a:schemeClr val="bg1"/>
              </a:gs>
              <a:gs pos="100000">
                <a:schemeClr val="bg2">
                  <a:alpha val="0"/>
                </a:schemeClr>
              </a:gs>
            </a:gsLst>
            <a:lin ang="5400000" scaled="1"/>
          </a:gradFill>
          <a:ln w="9525">
            <a:gradFill>
              <a:gsLst>
                <a:gs pos="17000">
                  <a:schemeClr val="accent1">
                    <a:alpha val="3000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E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5F0E43B-5BC2-AFA5-AF1D-47CF7042ADD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alphaModFix amt="8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8335"/>
          <a:stretch/>
        </p:blipFill>
        <p:spPr>
          <a:xfrm>
            <a:off x="-1" y="5603817"/>
            <a:ext cx="5253317" cy="1254183"/>
          </a:xfrm>
          <a:prstGeom prst="rect">
            <a:avLst/>
          </a:prstGeom>
        </p:spPr>
      </p:pic>
      <p:sp>
        <p:nvSpPr>
          <p:cNvPr id="17" name="Oval 16">
            <a:extLst>
              <a:ext uri="{FF2B5EF4-FFF2-40B4-BE49-F238E27FC236}">
                <a16:creationId xmlns:a16="http://schemas.microsoft.com/office/drawing/2014/main" id="{A1BEBEB1-1423-9B8F-1D11-E5D019A1D1CE}"/>
              </a:ext>
            </a:extLst>
          </p:cNvPr>
          <p:cNvSpPr/>
          <p:nvPr userDrawn="1"/>
        </p:nvSpPr>
        <p:spPr>
          <a:xfrm>
            <a:off x="9382584" y="3818922"/>
            <a:ext cx="1349925" cy="1349925"/>
          </a:xfrm>
          <a:prstGeom prst="ellipse">
            <a:avLst/>
          </a:prstGeom>
          <a:solidFill>
            <a:schemeClr val="accent6"/>
          </a:solidFill>
          <a:ln>
            <a:noFill/>
          </a:ln>
          <a:effectLst>
            <a:outerShdw blurRad="266700" dist="12700" sx="83000" sy="83000" algn="ctr" rotWithShape="0">
              <a:schemeClr val="accent6"/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ES" sz="18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Century Gothic"/>
              <a:ea typeface="+mn-ea"/>
              <a:cs typeface="+mn-cs"/>
            </a:endParaRPr>
          </a:p>
        </p:txBody>
      </p:sp>
      <p:sp>
        <p:nvSpPr>
          <p:cNvPr id="5" name="Picture Placeholder 10">
            <a:extLst>
              <a:ext uri="{FF2B5EF4-FFF2-40B4-BE49-F238E27FC236}">
                <a16:creationId xmlns:a16="http://schemas.microsoft.com/office/drawing/2014/main" id="{71EDD294-6376-1BAD-D384-B82B908CEF54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888680" y="1614759"/>
            <a:ext cx="3368700" cy="3366244"/>
          </a:xfrm>
          <a:prstGeom prst="ellipse">
            <a:avLst/>
          </a:prstGeom>
          <a:solidFill>
            <a:schemeClr val="bg1"/>
          </a:solidFill>
        </p:spPr>
        <p:txBody>
          <a:bodyPr>
            <a:noAutofit/>
          </a:bodyPr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VN"/>
          </a:p>
        </p:txBody>
      </p:sp>
      <p:sp>
        <p:nvSpPr>
          <p:cNvPr id="16" name="Title Placeholder 1">
            <a:extLst>
              <a:ext uri="{FF2B5EF4-FFF2-40B4-BE49-F238E27FC236}">
                <a16:creationId xmlns:a16="http://schemas.microsoft.com/office/drawing/2014/main" id="{42AD6359-EFA5-96C5-710A-ACC34C95401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02164" y="2183912"/>
            <a:ext cx="3751152" cy="4961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lnSpc>
                <a:spcPct val="100000"/>
              </a:lnSpc>
              <a:defRPr lang="en-US" sz="2000" b="0" kern="1200" spc="0" dirty="0">
                <a:solidFill>
                  <a:schemeClr val="tx2"/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pPr marL="0" lvl="0" indent="0" algn="ctr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None/>
            </a:pPr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8" name="Text Placeholder 12">
            <a:extLst>
              <a:ext uri="{FF2B5EF4-FFF2-40B4-BE49-F238E27FC236}">
                <a16:creationId xmlns:a16="http://schemas.microsoft.com/office/drawing/2014/main" id="{5A79CC88-6853-8EF9-4339-810EA575629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298729" y="2899148"/>
            <a:ext cx="1954587" cy="196663"/>
          </a:xfrm>
          <a:prstGeom prst="rect">
            <a:avLst/>
          </a:prstGeom>
        </p:spPr>
        <p:txBody>
          <a:bodyPr/>
          <a:lstStyle>
            <a:lvl1pPr algn="r">
              <a:defRPr sz="1050" b="0" i="1" spc="3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</a:t>
            </a:r>
            <a:endParaRPr lang="en-VN"/>
          </a:p>
        </p:txBody>
      </p:sp>
      <p:sp>
        <p:nvSpPr>
          <p:cNvPr id="11" name="Graphic 9">
            <a:extLst>
              <a:ext uri="{FF2B5EF4-FFF2-40B4-BE49-F238E27FC236}">
                <a16:creationId xmlns:a16="http://schemas.microsoft.com/office/drawing/2014/main" id="{4D357886-E4E0-F93B-EA20-F78B272D930E}"/>
              </a:ext>
            </a:extLst>
          </p:cNvPr>
          <p:cNvSpPr/>
          <p:nvPr/>
        </p:nvSpPr>
        <p:spPr>
          <a:xfrm>
            <a:off x="655911" y="937791"/>
            <a:ext cx="762999" cy="676968"/>
          </a:xfrm>
          <a:custGeom>
            <a:avLst/>
            <a:gdLst>
              <a:gd name="connsiteX0" fmla="*/ 1210215 w 2833808"/>
              <a:gd name="connsiteY0" fmla="*/ 2514284 h 2514283"/>
              <a:gd name="connsiteX1" fmla="*/ 0 w 2833808"/>
              <a:gd name="connsiteY1" fmla="*/ 2514284 h 2514283"/>
              <a:gd name="connsiteX2" fmla="*/ 0 w 2833808"/>
              <a:gd name="connsiteY2" fmla="*/ 1356268 h 2514283"/>
              <a:gd name="connsiteX3" fmla="*/ 594694 w 2833808"/>
              <a:gd name="connsiteY3" fmla="*/ 0 h 2514283"/>
              <a:gd name="connsiteX4" fmla="*/ 1168494 w 2833808"/>
              <a:gd name="connsiteY4" fmla="*/ 0 h 2514283"/>
              <a:gd name="connsiteX5" fmla="*/ 667721 w 2833808"/>
              <a:gd name="connsiteY5" fmla="*/ 1356268 h 2514283"/>
              <a:gd name="connsiteX6" fmla="*/ 1210215 w 2833808"/>
              <a:gd name="connsiteY6" fmla="*/ 1356268 h 2514283"/>
              <a:gd name="connsiteX7" fmla="*/ 1210215 w 2833808"/>
              <a:gd name="connsiteY7" fmla="*/ 2514284 h 2514283"/>
              <a:gd name="connsiteX8" fmla="*/ 2833808 w 2833808"/>
              <a:gd name="connsiteY8" fmla="*/ 2514284 h 2514283"/>
              <a:gd name="connsiteX9" fmla="*/ 1623660 w 2833808"/>
              <a:gd name="connsiteY9" fmla="*/ 2514284 h 2514283"/>
              <a:gd name="connsiteX10" fmla="*/ 1623660 w 2833808"/>
              <a:gd name="connsiteY10" fmla="*/ 1356268 h 2514283"/>
              <a:gd name="connsiteX11" fmla="*/ 2218288 w 2833808"/>
              <a:gd name="connsiteY11" fmla="*/ 0 h 2514283"/>
              <a:gd name="connsiteX12" fmla="*/ 2792088 w 2833808"/>
              <a:gd name="connsiteY12" fmla="*/ 0 h 2514283"/>
              <a:gd name="connsiteX13" fmla="*/ 2291314 w 2833808"/>
              <a:gd name="connsiteY13" fmla="*/ 1356268 h 2514283"/>
              <a:gd name="connsiteX14" fmla="*/ 2833808 w 2833808"/>
              <a:gd name="connsiteY14" fmla="*/ 1356268 h 2514283"/>
              <a:gd name="connsiteX15" fmla="*/ 2833808 w 2833808"/>
              <a:gd name="connsiteY15" fmla="*/ 2514284 h 25142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2833808" h="2514283">
                <a:moveTo>
                  <a:pt x="1210215" y="2514284"/>
                </a:moveTo>
                <a:lnTo>
                  <a:pt x="0" y="2514284"/>
                </a:lnTo>
                <a:lnTo>
                  <a:pt x="0" y="1356268"/>
                </a:lnTo>
                <a:lnTo>
                  <a:pt x="594694" y="0"/>
                </a:lnTo>
                <a:lnTo>
                  <a:pt x="1168494" y="0"/>
                </a:lnTo>
                <a:lnTo>
                  <a:pt x="667721" y="1356268"/>
                </a:lnTo>
                <a:lnTo>
                  <a:pt x="1210215" y="1356268"/>
                </a:lnTo>
                <a:lnTo>
                  <a:pt x="1210215" y="2514284"/>
                </a:lnTo>
                <a:close/>
                <a:moveTo>
                  <a:pt x="2833808" y="2514284"/>
                </a:moveTo>
                <a:lnTo>
                  <a:pt x="1623660" y="2514284"/>
                </a:lnTo>
                <a:lnTo>
                  <a:pt x="1623660" y="1356268"/>
                </a:lnTo>
                <a:lnTo>
                  <a:pt x="2218288" y="0"/>
                </a:lnTo>
                <a:lnTo>
                  <a:pt x="2792088" y="0"/>
                </a:lnTo>
                <a:lnTo>
                  <a:pt x="2291314" y="1356268"/>
                </a:lnTo>
                <a:lnTo>
                  <a:pt x="2833808" y="1356268"/>
                </a:lnTo>
                <a:lnTo>
                  <a:pt x="2833808" y="2514284"/>
                </a:lnTo>
                <a:close/>
              </a:path>
            </a:pathLst>
          </a:custGeom>
          <a:noFill/>
          <a:ln w="3175" cap="flat">
            <a:solidFill>
              <a:schemeClr val="tx2">
                <a:lumMod val="40000"/>
                <a:lumOff val="6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chemeClr val="tx2"/>
              </a:solidFill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1724E217-0F10-FE79-D0BC-2404ED990DD4}"/>
              </a:ext>
            </a:extLst>
          </p:cNvPr>
          <p:cNvSpPr/>
          <p:nvPr userDrawn="1"/>
        </p:nvSpPr>
        <p:spPr>
          <a:xfrm>
            <a:off x="8169596" y="-578752"/>
            <a:ext cx="10784103" cy="10784103"/>
          </a:xfrm>
          <a:prstGeom prst="ellipse">
            <a:avLst/>
          </a:prstGeom>
          <a:noFill/>
          <a:ln w="0">
            <a:solidFill>
              <a:schemeClr val="tx2">
                <a:alpha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E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E865256-8B0F-FA10-1D86-3DD74522278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l="5841" t="15720" r="6772" b="9951"/>
          <a:stretch/>
        </p:blipFill>
        <p:spPr>
          <a:xfrm>
            <a:off x="11058423" y="6357258"/>
            <a:ext cx="912981" cy="350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909483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4446BA72-A28E-77F3-FCE2-7AFF9D72CC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0441" y="495755"/>
            <a:ext cx="10422028" cy="54927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6A6D3B2-1131-BAD7-F73F-1E7B51C7800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5841" t="15720" r="6772" b="9951"/>
          <a:stretch/>
        </p:blipFill>
        <p:spPr>
          <a:xfrm>
            <a:off x="11058423" y="6357258"/>
            <a:ext cx="912981" cy="350520"/>
          </a:xfrm>
          <a:prstGeom prst="rect">
            <a:avLst/>
          </a:prstGeom>
        </p:spPr>
      </p:pic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DFA0CF93-C5B9-6570-88FC-D87D0C0E554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74356" y="4772346"/>
            <a:ext cx="3021672" cy="292709"/>
          </a:xfrm>
          <a:prstGeom prst="rect">
            <a:avLst/>
          </a:prstGeom>
        </p:spPr>
        <p:txBody>
          <a:bodyPr anchor="b"/>
          <a:lstStyle>
            <a:lvl1pPr marL="171450" indent="-171450" algn="l">
              <a:buFont typeface="Arial" panose="020B0604020202020204" pitchFamily="34" charset="0"/>
              <a:buChar char="•"/>
              <a:defRPr sz="1200" i="0"/>
            </a:lvl1pPr>
          </a:lstStyle>
          <a:p>
            <a:pPr lvl="0"/>
            <a:r>
              <a:rPr lang="vi-VN"/>
              <a:t>“</a:t>
            </a:r>
            <a:r>
              <a:rPr lang="en-US"/>
              <a:t>Click to edit Master text styles</a:t>
            </a:r>
            <a:r>
              <a:rPr lang="vi-VN"/>
              <a:t>”</a:t>
            </a:r>
            <a:endParaRPr lang="en-US"/>
          </a:p>
        </p:txBody>
      </p:sp>
      <p:sp>
        <p:nvSpPr>
          <p:cNvPr id="11" name="Picture Placeholder 22">
            <a:extLst>
              <a:ext uri="{FF2B5EF4-FFF2-40B4-BE49-F238E27FC236}">
                <a16:creationId xmlns:a16="http://schemas.microsoft.com/office/drawing/2014/main" id="{D5AE6CB3-3C23-C621-C915-AC2F350005E9}"/>
              </a:ext>
            </a:extLst>
          </p:cNvPr>
          <p:cNvSpPr>
            <a:spLocks noGrp="1" noChangeAspect="1"/>
          </p:cNvSpPr>
          <p:nvPr>
            <p:ph type="pic" sz="quarter" idx="12"/>
          </p:nvPr>
        </p:nvSpPr>
        <p:spPr>
          <a:xfrm>
            <a:off x="1385192" y="1717426"/>
            <a:ext cx="1800000" cy="1800000"/>
          </a:xfrm>
          <a:prstGeom prst="ellipse">
            <a:avLst/>
          </a:prstGeom>
          <a:solidFill>
            <a:schemeClr val="bg1"/>
          </a:solidFill>
        </p:spPr>
        <p:txBody>
          <a:bodyPr>
            <a:normAutofit/>
          </a:bodyPr>
          <a:lstStyle>
            <a:lvl1pPr marL="0" indent="0" algn="ctr">
              <a:buNone/>
              <a:defRPr sz="1100"/>
            </a:lvl1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0A154460-96C9-6DB6-CD81-5E0C9CC6452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63929" y="4306449"/>
            <a:ext cx="3042527" cy="292709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ctr">
              <a:buFontTx/>
              <a:buNone/>
              <a:defRPr sz="1200" spc="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vi-VN"/>
              <a:t>SUBTITLE</a:t>
            </a:r>
            <a:endParaRPr lang="en-US"/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FF67E952-8219-29CE-88A6-39E722511CD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63929" y="4016271"/>
            <a:ext cx="3042527" cy="292068"/>
          </a:xfrm>
          <a:prstGeom prst="rect">
            <a:avLst/>
          </a:prstGeom>
        </p:spPr>
        <p:txBody>
          <a:bodyPr wrap="square" anchor="b">
            <a:spAutoFit/>
          </a:bodyPr>
          <a:lstStyle>
            <a:lvl1pPr marL="0" indent="0" algn="ctr">
              <a:buFontTx/>
              <a:buNone/>
              <a:defRPr sz="1200" b="1" spc="3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MAIN TEXTS</a:t>
            </a:r>
          </a:p>
        </p:txBody>
      </p:sp>
      <p:sp>
        <p:nvSpPr>
          <p:cNvPr id="15" name="Picture Placeholder 22">
            <a:extLst>
              <a:ext uri="{FF2B5EF4-FFF2-40B4-BE49-F238E27FC236}">
                <a16:creationId xmlns:a16="http://schemas.microsoft.com/office/drawing/2014/main" id="{B07DFFB2-7C0D-C4E6-E6B3-574FE89696BF}"/>
              </a:ext>
            </a:extLst>
          </p:cNvPr>
          <p:cNvSpPr>
            <a:spLocks noGrp="1" noChangeAspect="1"/>
          </p:cNvSpPr>
          <p:nvPr>
            <p:ph type="pic" sz="quarter" idx="21"/>
          </p:nvPr>
        </p:nvSpPr>
        <p:spPr>
          <a:xfrm>
            <a:off x="5178161" y="1717426"/>
            <a:ext cx="1800000" cy="1800000"/>
          </a:xfrm>
          <a:prstGeom prst="ellipse">
            <a:avLst/>
          </a:prstGeom>
          <a:solidFill>
            <a:schemeClr val="bg1"/>
          </a:solidFill>
        </p:spPr>
        <p:txBody>
          <a:bodyPr>
            <a:normAutofit/>
          </a:bodyPr>
          <a:lstStyle>
            <a:lvl1pPr marL="0" indent="0" algn="ctr">
              <a:buNone/>
              <a:defRPr sz="1100"/>
            </a:lvl1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9" name="Picture Placeholder 22">
            <a:extLst>
              <a:ext uri="{FF2B5EF4-FFF2-40B4-BE49-F238E27FC236}">
                <a16:creationId xmlns:a16="http://schemas.microsoft.com/office/drawing/2014/main" id="{188E06A3-0BCE-9DE0-9089-ED6DB90EB3A8}"/>
              </a:ext>
            </a:extLst>
          </p:cNvPr>
          <p:cNvSpPr>
            <a:spLocks noGrp="1" noChangeAspect="1"/>
          </p:cNvSpPr>
          <p:nvPr>
            <p:ph type="pic" sz="quarter" idx="25"/>
          </p:nvPr>
        </p:nvSpPr>
        <p:spPr>
          <a:xfrm>
            <a:off x="8949511" y="1717426"/>
            <a:ext cx="1800000" cy="1800000"/>
          </a:xfrm>
          <a:prstGeom prst="ellipse">
            <a:avLst/>
          </a:prstGeom>
          <a:solidFill>
            <a:schemeClr val="bg1"/>
          </a:solidFill>
        </p:spPr>
        <p:txBody>
          <a:bodyPr>
            <a:normAutofit/>
          </a:bodyPr>
          <a:lstStyle>
            <a:lvl1pPr marL="0" indent="0" algn="ctr">
              <a:buNone/>
              <a:defRPr sz="1100"/>
            </a:lvl1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FFFD647D-617D-722F-F665-ACE327579E0D}"/>
              </a:ext>
            </a:extLst>
          </p:cNvPr>
          <p:cNvSpPr>
            <a:spLocks noGrp="1"/>
          </p:cNvSpPr>
          <p:nvPr>
            <p:ph idx="28" hasCustomPrompt="1"/>
          </p:nvPr>
        </p:nvSpPr>
        <p:spPr>
          <a:xfrm>
            <a:off x="629149" y="1055406"/>
            <a:ext cx="10420653" cy="276999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>
              <a:defRPr sz="1050" spc="30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GB"/>
              <a:t>CLICK TO EDIT MASTER TEXT STYLE</a:t>
            </a:r>
            <a:r>
              <a:rPr kumimoji="0" lang="en-US" sz="1050" b="0" i="0" u="none" strike="noStrike" kern="0" cap="none" spc="60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+mn-cs"/>
              </a:rPr>
              <a:t>S·</a:t>
            </a:r>
            <a:endParaRPr lang="en-GB"/>
          </a:p>
        </p:txBody>
      </p:sp>
      <p:sp>
        <p:nvSpPr>
          <p:cNvPr id="26" name="Text Placeholder 18">
            <a:extLst>
              <a:ext uri="{FF2B5EF4-FFF2-40B4-BE49-F238E27FC236}">
                <a16:creationId xmlns:a16="http://schemas.microsoft.com/office/drawing/2014/main" id="{16C8275B-F433-167C-AA95-CCCECDFFE12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567325" y="4772346"/>
            <a:ext cx="3021672" cy="292709"/>
          </a:xfrm>
          <a:prstGeom prst="rect">
            <a:avLst/>
          </a:prstGeom>
        </p:spPr>
        <p:txBody>
          <a:bodyPr anchor="b"/>
          <a:lstStyle>
            <a:lvl1pPr marL="171450" indent="-171450" algn="l">
              <a:buFont typeface="Arial" panose="020B0604020202020204" pitchFamily="34" charset="0"/>
              <a:buChar char="•"/>
              <a:defRPr sz="1200" i="0"/>
            </a:lvl1pPr>
          </a:lstStyle>
          <a:p>
            <a:pPr lvl="0"/>
            <a:r>
              <a:rPr lang="vi-VN"/>
              <a:t>“</a:t>
            </a:r>
            <a:r>
              <a:rPr lang="en-US"/>
              <a:t>Click to edit Master text styles</a:t>
            </a:r>
            <a:r>
              <a:rPr lang="vi-VN"/>
              <a:t>”</a:t>
            </a:r>
            <a:endParaRPr lang="en-US"/>
          </a:p>
        </p:txBody>
      </p:sp>
      <p:sp>
        <p:nvSpPr>
          <p:cNvPr id="27" name="Text Placeholder 10">
            <a:extLst>
              <a:ext uri="{FF2B5EF4-FFF2-40B4-BE49-F238E27FC236}">
                <a16:creationId xmlns:a16="http://schemas.microsoft.com/office/drawing/2014/main" id="{7D852B2D-B4F3-99F1-0096-56EBB8C89FC3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56898" y="4306449"/>
            <a:ext cx="3042527" cy="292709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ctr">
              <a:buFontTx/>
              <a:buNone/>
              <a:defRPr sz="1200" spc="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vi-VN"/>
              <a:t>SUBTITLE</a:t>
            </a:r>
            <a:endParaRPr lang="en-US"/>
          </a:p>
        </p:txBody>
      </p:sp>
      <p:sp>
        <p:nvSpPr>
          <p:cNvPr id="28" name="Text Placeholder 10">
            <a:extLst>
              <a:ext uri="{FF2B5EF4-FFF2-40B4-BE49-F238E27FC236}">
                <a16:creationId xmlns:a16="http://schemas.microsoft.com/office/drawing/2014/main" id="{C6A77C52-62D5-7AF8-AAF8-5AFA6E40621F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556898" y="4016271"/>
            <a:ext cx="3042527" cy="292068"/>
          </a:xfrm>
          <a:prstGeom prst="rect">
            <a:avLst/>
          </a:prstGeom>
        </p:spPr>
        <p:txBody>
          <a:bodyPr wrap="square" anchor="b">
            <a:spAutoFit/>
          </a:bodyPr>
          <a:lstStyle>
            <a:lvl1pPr marL="0" indent="0" algn="ctr">
              <a:buFontTx/>
              <a:buNone/>
              <a:defRPr sz="1200" b="1" spc="3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MAIN TEXTS</a:t>
            </a:r>
          </a:p>
        </p:txBody>
      </p:sp>
      <p:sp>
        <p:nvSpPr>
          <p:cNvPr id="29" name="Text Placeholder 18">
            <a:extLst>
              <a:ext uri="{FF2B5EF4-FFF2-40B4-BE49-F238E27FC236}">
                <a16:creationId xmlns:a16="http://schemas.microsoft.com/office/drawing/2014/main" id="{583869C1-3EC0-9085-4607-58B6332B91DB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8338675" y="4772346"/>
            <a:ext cx="3021672" cy="292709"/>
          </a:xfrm>
          <a:prstGeom prst="rect">
            <a:avLst/>
          </a:prstGeom>
        </p:spPr>
        <p:txBody>
          <a:bodyPr anchor="b"/>
          <a:lstStyle>
            <a:lvl1pPr marL="171450" indent="-171450" algn="l">
              <a:buFont typeface="Arial" panose="020B0604020202020204" pitchFamily="34" charset="0"/>
              <a:buChar char="•"/>
              <a:defRPr sz="1200" i="0"/>
            </a:lvl1pPr>
          </a:lstStyle>
          <a:p>
            <a:pPr lvl="0"/>
            <a:r>
              <a:rPr lang="vi-VN"/>
              <a:t>“</a:t>
            </a:r>
            <a:r>
              <a:rPr lang="en-US"/>
              <a:t>Click to edit Master text styles</a:t>
            </a:r>
            <a:r>
              <a:rPr lang="vi-VN"/>
              <a:t>”</a:t>
            </a:r>
            <a:endParaRPr lang="en-US"/>
          </a:p>
        </p:txBody>
      </p:sp>
      <p:sp>
        <p:nvSpPr>
          <p:cNvPr id="30" name="Text Placeholder 10">
            <a:extLst>
              <a:ext uri="{FF2B5EF4-FFF2-40B4-BE49-F238E27FC236}">
                <a16:creationId xmlns:a16="http://schemas.microsoft.com/office/drawing/2014/main" id="{9AEF74DC-BB3E-05E7-D1A9-537C8B23C6ED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8328248" y="4306449"/>
            <a:ext cx="3042527" cy="292709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ctr">
              <a:buFontTx/>
              <a:buNone/>
              <a:defRPr sz="1200" spc="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vi-VN"/>
              <a:t>SUBTITLE</a:t>
            </a:r>
            <a:endParaRPr lang="en-US"/>
          </a:p>
        </p:txBody>
      </p:sp>
      <p:sp>
        <p:nvSpPr>
          <p:cNvPr id="31" name="Text Placeholder 10">
            <a:extLst>
              <a:ext uri="{FF2B5EF4-FFF2-40B4-BE49-F238E27FC236}">
                <a16:creationId xmlns:a16="http://schemas.microsoft.com/office/drawing/2014/main" id="{7B24137B-436A-08FF-402F-1C8B4D3F85A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328248" y="4016271"/>
            <a:ext cx="3042527" cy="292068"/>
          </a:xfrm>
          <a:prstGeom prst="rect">
            <a:avLst/>
          </a:prstGeom>
        </p:spPr>
        <p:txBody>
          <a:bodyPr wrap="square" anchor="b">
            <a:spAutoFit/>
          </a:bodyPr>
          <a:lstStyle>
            <a:lvl1pPr marL="0" indent="0" algn="ctr">
              <a:buFontTx/>
              <a:buNone/>
              <a:defRPr sz="1200" b="1" spc="3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100000"/>
              <a:buFontTx/>
              <a:buNone/>
              <a:tabLst/>
              <a:defRPr/>
            </a:pPr>
            <a:r>
              <a:rPr lang="en-US"/>
              <a:t>MAIN TEXTS</a:t>
            </a: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F781DDC8-3D12-8FD1-00F1-CA475B79D06F}"/>
              </a:ext>
            </a:extLst>
          </p:cNvPr>
          <p:cNvSpPr/>
          <p:nvPr userDrawn="1"/>
        </p:nvSpPr>
        <p:spPr>
          <a:xfrm>
            <a:off x="-2567326" y="5387583"/>
            <a:ext cx="10784103" cy="10784103"/>
          </a:xfrm>
          <a:prstGeom prst="ellipse">
            <a:avLst/>
          </a:prstGeom>
          <a:noFill/>
          <a:ln w="0">
            <a:solidFill>
              <a:schemeClr val="tx2">
                <a:alpha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362182013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4446BA72-A28E-77F3-FCE2-7AFF9D72CC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0441" y="495755"/>
            <a:ext cx="10422028" cy="54927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6A6D3B2-1131-BAD7-F73F-1E7B51C7800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5841" t="15720" r="6772" b="9951"/>
          <a:stretch/>
        </p:blipFill>
        <p:spPr>
          <a:xfrm>
            <a:off x="11058423" y="6357258"/>
            <a:ext cx="912981" cy="350520"/>
          </a:xfrm>
          <a:prstGeom prst="rect">
            <a:avLst/>
          </a:prstGeom>
        </p:spPr>
      </p:pic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DFA0CF93-C5B9-6570-88FC-D87D0C0E554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27680" y="3292051"/>
            <a:ext cx="3021672" cy="292709"/>
          </a:xfrm>
          <a:prstGeom prst="rect">
            <a:avLst/>
          </a:prstGeom>
        </p:spPr>
        <p:txBody>
          <a:bodyPr anchor="b"/>
          <a:lstStyle>
            <a:lvl1pPr marL="171450" indent="-171450" algn="l">
              <a:buFont typeface="Arial" panose="020B0604020202020204" pitchFamily="34" charset="0"/>
              <a:buChar char="•"/>
              <a:defRPr sz="1200" i="0"/>
            </a:lvl1pPr>
          </a:lstStyle>
          <a:p>
            <a:pPr lvl="0"/>
            <a:r>
              <a:rPr lang="vi-VN"/>
              <a:t>“</a:t>
            </a:r>
            <a:r>
              <a:rPr lang="en-US"/>
              <a:t>Click to edit Master text styles</a:t>
            </a:r>
            <a:r>
              <a:rPr lang="vi-VN"/>
              <a:t>”</a:t>
            </a:r>
            <a:endParaRPr lang="en-US"/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0A154460-96C9-6DB6-CD81-5E0C9CC6452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17253" y="2782609"/>
            <a:ext cx="3042527" cy="292068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lang="en-US" sz="1200" b="1" spc="0" dirty="0"/>
            </a:lvl1pPr>
          </a:lstStyle>
          <a:p>
            <a:pPr lvl="0" algn="ctr">
              <a:buFontTx/>
            </a:pPr>
            <a:r>
              <a:rPr lang="vi-VN"/>
              <a:t>Subtitle</a:t>
            </a:r>
            <a:endParaRPr lang="en-US"/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FF67E952-8219-29CE-88A6-39E722511CD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17253" y="2459154"/>
            <a:ext cx="3042527" cy="325345"/>
          </a:xfrm>
          <a:prstGeom prst="rect">
            <a:avLst/>
          </a:prstGeom>
        </p:spPr>
        <p:txBody>
          <a:bodyPr wrap="square" anchor="b">
            <a:spAutoFit/>
          </a:bodyPr>
          <a:lstStyle>
            <a:lvl1pPr>
              <a:defRPr lang="en-US" sz="1400" b="1" spc="0" dirty="0">
                <a:solidFill>
                  <a:schemeClr val="accent1"/>
                </a:solidFill>
              </a:defRPr>
            </a:lvl1pPr>
          </a:lstStyle>
          <a:p>
            <a:pPr lvl="0" algn="ctr">
              <a:buFontTx/>
            </a:pPr>
            <a:r>
              <a:rPr lang="en-US"/>
              <a:t>MAIN TEXTS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FFFD647D-617D-722F-F665-ACE327579E0D}"/>
              </a:ext>
            </a:extLst>
          </p:cNvPr>
          <p:cNvSpPr>
            <a:spLocks noGrp="1"/>
          </p:cNvSpPr>
          <p:nvPr>
            <p:ph idx="28" hasCustomPrompt="1"/>
          </p:nvPr>
        </p:nvSpPr>
        <p:spPr>
          <a:xfrm>
            <a:off x="629149" y="1055406"/>
            <a:ext cx="10420653" cy="276999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>
              <a:defRPr sz="1050" spc="30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GB"/>
              <a:t>CLICK TO EDIT MASTER TEXT STYLE</a:t>
            </a:r>
            <a:r>
              <a:rPr kumimoji="0" lang="en-US" sz="1050" b="0" i="0" u="none" strike="noStrike" kern="0" cap="none" spc="60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+mn-cs"/>
              </a:rPr>
              <a:t>S·</a:t>
            </a:r>
            <a:endParaRPr lang="en-GB"/>
          </a:p>
        </p:txBody>
      </p:sp>
      <p:sp>
        <p:nvSpPr>
          <p:cNvPr id="26" name="Text Placeholder 18">
            <a:extLst>
              <a:ext uri="{FF2B5EF4-FFF2-40B4-BE49-F238E27FC236}">
                <a16:creationId xmlns:a16="http://schemas.microsoft.com/office/drawing/2014/main" id="{16C8275B-F433-167C-AA95-CCCECDFFE12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610874" y="3292051"/>
            <a:ext cx="3021672" cy="292709"/>
          </a:xfrm>
          <a:prstGeom prst="rect">
            <a:avLst/>
          </a:prstGeom>
        </p:spPr>
        <p:txBody>
          <a:bodyPr anchor="b"/>
          <a:lstStyle>
            <a:lvl1pPr marL="171450" indent="-171450" algn="l">
              <a:buFont typeface="Arial" panose="020B0604020202020204" pitchFamily="34" charset="0"/>
              <a:buChar char="•"/>
              <a:defRPr sz="1200" i="0"/>
            </a:lvl1pPr>
          </a:lstStyle>
          <a:p>
            <a:pPr lvl="0"/>
            <a:r>
              <a:rPr lang="vi-VN"/>
              <a:t>“</a:t>
            </a:r>
            <a:r>
              <a:rPr lang="en-US"/>
              <a:t>Click to edit Master text styles</a:t>
            </a:r>
            <a:r>
              <a:rPr lang="vi-VN"/>
              <a:t>”</a:t>
            </a:r>
            <a:endParaRPr lang="en-US"/>
          </a:p>
        </p:txBody>
      </p:sp>
      <p:sp>
        <p:nvSpPr>
          <p:cNvPr id="27" name="Text Placeholder 10">
            <a:extLst>
              <a:ext uri="{FF2B5EF4-FFF2-40B4-BE49-F238E27FC236}">
                <a16:creationId xmlns:a16="http://schemas.microsoft.com/office/drawing/2014/main" id="{7D852B2D-B4F3-99F1-0096-56EBB8C89FC3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600447" y="2782609"/>
            <a:ext cx="3042527" cy="292709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ctr">
              <a:buFontTx/>
              <a:buNone/>
              <a:defRPr sz="1200" b="1" spc="0">
                <a:solidFill>
                  <a:schemeClr val="tx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vi-VN"/>
              <a:t>Subtitle</a:t>
            </a:r>
            <a:endParaRPr lang="en-US"/>
          </a:p>
        </p:txBody>
      </p:sp>
      <p:sp>
        <p:nvSpPr>
          <p:cNvPr id="28" name="Text Placeholder 10">
            <a:extLst>
              <a:ext uri="{FF2B5EF4-FFF2-40B4-BE49-F238E27FC236}">
                <a16:creationId xmlns:a16="http://schemas.microsoft.com/office/drawing/2014/main" id="{C6A77C52-62D5-7AF8-AAF8-5AFA6E40621F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600447" y="2459154"/>
            <a:ext cx="3042527" cy="325345"/>
          </a:xfrm>
          <a:prstGeom prst="rect">
            <a:avLst/>
          </a:prstGeom>
        </p:spPr>
        <p:txBody>
          <a:bodyPr wrap="square" anchor="b">
            <a:spAutoFit/>
          </a:bodyPr>
          <a:lstStyle>
            <a:lvl1pPr marL="0" indent="0" algn="ctr">
              <a:buFontTx/>
              <a:buNone/>
              <a:defRPr sz="1400" b="1" spc="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MAIN TEXTS</a:t>
            </a:r>
          </a:p>
        </p:txBody>
      </p:sp>
      <p:sp>
        <p:nvSpPr>
          <p:cNvPr id="29" name="Text Placeholder 18">
            <a:extLst>
              <a:ext uri="{FF2B5EF4-FFF2-40B4-BE49-F238E27FC236}">
                <a16:creationId xmlns:a16="http://schemas.microsoft.com/office/drawing/2014/main" id="{583869C1-3EC0-9085-4607-58B6332B91DB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8294069" y="3292051"/>
            <a:ext cx="3021672" cy="292709"/>
          </a:xfrm>
          <a:prstGeom prst="rect">
            <a:avLst/>
          </a:prstGeom>
        </p:spPr>
        <p:txBody>
          <a:bodyPr anchor="b"/>
          <a:lstStyle>
            <a:lvl1pPr marL="171450" indent="-171450" algn="l">
              <a:buFont typeface="Arial" panose="020B0604020202020204" pitchFamily="34" charset="0"/>
              <a:buChar char="•"/>
              <a:defRPr sz="1200" i="0"/>
            </a:lvl1pPr>
          </a:lstStyle>
          <a:p>
            <a:pPr lvl="0"/>
            <a:r>
              <a:rPr lang="vi-VN"/>
              <a:t>“</a:t>
            </a:r>
            <a:r>
              <a:rPr lang="en-US"/>
              <a:t>Click to edit Master text styles</a:t>
            </a:r>
            <a:r>
              <a:rPr lang="vi-VN"/>
              <a:t>”</a:t>
            </a:r>
            <a:endParaRPr lang="en-US"/>
          </a:p>
        </p:txBody>
      </p:sp>
      <p:sp>
        <p:nvSpPr>
          <p:cNvPr id="30" name="Text Placeholder 10">
            <a:extLst>
              <a:ext uri="{FF2B5EF4-FFF2-40B4-BE49-F238E27FC236}">
                <a16:creationId xmlns:a16="http://schemas.microsoft.com/office/drawing/2014/main" id="{9AEF74DC-BB3E-05E7-D1A9-537C8B23C6ED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8283642" y="2782609"/>
            <a:ext cx="3042527" cy="292709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ctr">
              <a:buFontTx/>
              <a:buNone/>
              <a:defRPr sz="1200" b="1" spc="0">
                <a:solidFill>
                  <a:schemeClr val="tx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vi-VN"/>
              <a:t>Subtitle</a:t>
            </a:r>
            <a:endParaRPr lang="en-US"/>
          </a:p>
        </p:txBody>
      </p:sp>
      <p:sp>
        <p:nvSpPr>
          <p:cNvPr id="31" name="Text Placeholder 10">
            <a:extLst>
              <a:ext uri="{FF2B5EF4-FFF2-40B4-BE49-F238E27FC236}">
                <a16:creationId xmlns:a16="http://schemas.microsoft.com/office/drawing/2014/main" id="{7B24137B-436A-08FF-402F-1C8B4D3F85A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283642" y="2459154"/>
            <a:ext cx="3042527" cy="325345"/>
          </a:xfrm>
          <a:prstGeom prst="rect">
            <a:avLst/>
          </a:prstGeom>
        </p:spPr>
        <p:txBody>
          <a:bodyPr wrap="square" anchor="b">
            <a:spAutoFit/>
          </a:bodyPr>
          <a:lstStyle>
            <a:lvl1pPr marL="0" indent="0" algn="ctr">
              <a:buFontTx/>
              <a:buNone/>
              <a:defRPr sz="1400" b="1" spc="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100000"/>
              <a:buFontTx/>
              <a:buNone/>
              <a:tabLst/>
              <a:defRPr/>
            </a:pPr>
            <a:r>
              <a:rPr lang="en-US"/>
              <a:t>MAIN TEXTS</a:t>
            </a: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F781DDC8-3D12-8FD1-00F1-CA475B79D06F}"/>
              </a:ext>
            </a:extLst>
          </p:cNvPr>
          <p:cNvSpPr/>
          <p:nvPr userDrawn="1"/>
        </p:nvSpPr>
        <p:spPr>
          <a:xfrm>
            <a:off x="-2567326" y="5387583"/>
            <a:ext cx="10784103" cy="10784103"/>
          </a:xfrm>
          <a:prstGeom prst="ellipse">
            <a:avLst/>
          </a:prstGeom>
          <a:noFill/>
          <a:ln w="0">
            <a:solidFill>
              <a:schemeClr val="tx2">
                <a:alpha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257650984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4446BA72-A28E-77F3-FCE2-7AFF9D72CC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0441" y="495755"/>
            <a:ext cx="10422028" cy="54927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6A6D3B2-1131-BAD7-F73F-1E7B51C7800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5841" t="15720" r="6772" b="9951"/>
          <a:stretch/>
        </p:blipFill>
        <p:spPr>
          <a:xfrm>
            <a:off x="11058423" y="6357258"/>
            <a:ext cx="912981" cy="350520"/>
          </a:xfrm>
          <a:prstGeom prst="rect">
            <a:avLst/>
          </a:prstGeom>
        </p:spPr>
      </p:pic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FFFD647D-617D-722F-F665-ACE327579E0D}"/>
              </a:ext>
            </a:extLst>
          </p:cNvPr>
          <p:cNvSpPr>
            <a:spLocks noGrp="1"/>
          </p:cNvSpPr>
          <p:nvPr>
            <p:ph idx="28" hasCustomPrompt="1"/>
          </p:nvPr>
        </p:nvSpPr>
        <p:spPr>
          <a:xfrm>
            <a:off x="629149" y="1055406"/>
            <a:ext cx="10420653" cy="276999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>
              <a:defRPr sz="1050" spc="30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GB"/>
              <a:t>CLICK TO EDIT MASTER TEXT STYLE</a:t>
            </a:r>
            <a:r>
              <a:rPr kumimoji="0" lang="en-US" sz="1050" b="0" i="0" u="none" strike="noStrike" kern="0" cap="none" spc="60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+mn-cs"/>
              </a:rPr>
              <a:t>S·</a:t>
            </a:r>
            <a:endParaRPr lang="en-GB"/>
          </a:p>
        </p:txBody>
      </p:sp>
      <p:sp>
        <p:nvSpPr>
          <p:cNvPr id="26" name="Text Placeholder 18">
            <a:extLst>
              <a:ext uri="{FF2B5EF4-FFF2-40B4-BE49-F238E27FC236}">
                <a16:creationId xmlns:a16="http://schemas.microsoft.com/office/drawing/2014/main" id="{16C8275B-F433-167C-AA95-CCCECDFFE12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936551" y="3243305"/>
            <a:ext cx="3021672" cy="292709"/>
          </a:xfrm>
          <a:prstGeom prst="rect">
            <a:avLst/>
          </a:prstGeom>
        </p:spPr>
        <p:txBody>
          <a:bodyPr anchor="b"/>
          <a:lstStyle>
            <a:lvl1pPr marL="171450" indent="-171450" algn="l">
              <a:buFont typeface="Arial" panose="020B0604020202020204" pitchFamily="34" charset="0"/>
              <a:buChar char="•"/>
              <a:defRPr sz="1200" i="0"/>
            </a:lvl1pPr>
          </a:lstStyle>
          <a:p>
            <a:pPr lvl="0"/>
            <a:r>
              <a:rPr lang="vi-VN"/>
              <a:t>“</a:t>
            </a:r>
            <a:r>
              <a:rPr lang="en-US"/>
              <a:t>Click to edit Master text styles</a:t>
            </a:r>
            <a:r>
              <a:rPr lang="vi-VN"/>
              <a:t>”</a:t>
            </a:r>
            <a:endParaRPr lang="en-US"/>
          </a:p>
        </p:txBody>
      </p:sp>
      <p:sp>
        <p:nvSpPr>
          <p:cNvPr id="27" name="Text Placeholder 10">
            <a:extLst>
              <a:ext uri="{FF2B5EF4-FFF2-40B4-BE49-F238E27FC236}">
                <a16:creationId xmlns:a16="http://schemas.microsoft.com/office/drawing/2014/main" id="{7D852B2D-B4F3-99F1-0096-56EBB8C89FC3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926124" y="2777408"/>
            <a:ext cx="3042527" cy="292068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ctr">
              <a:buFontTx/>
              <a:buNone/>
              <a:defRPr sz="1200" b="1" spc="0">
                <a:solidFill>
                  <a:schemeClr val="tx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vi-VN"/>
              <a:t>Subtitle</a:t>
            </a:r>
            <a:endParaRPr lang="en-US"/>
          </a:p>
        </p:txBody>
      </p:sp>
      <p:sp>
        <p:nvSpPr>
          <p:cNvPr id="28" name="Text Placeholder 10">
            <a:extLst>
              <a:ext uri="{FF2B5EF4-FFF2-40B4-BE49-F238E27FC236}">
                <a16:creationId xmlns:a16="http://schemas.microsoft.com/office/drawing/2014/main" id="{C6A77C52-62D5-7AF8-AAF8-5AFA6E40621F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926124" y="2453953"/>
            <a:ext cx="3042527" cy="325345"/>
          </a:xfrm>
          <a:prstGeom prst="rect">
            <a:avLst/>
          </a:prstGeom>
        </p:spPr>
        <p:txBody>
          <a:bodyPr wrap="square" anchor="b">
            <a:spAutoFit/>
          </a:bodyPr>
          <a:lstStyle>
            <a:lvl1pPr marL="0" indent="0" algn="ctr">
              <a:buFontTx/>
              <a:buNone/>
              <a:defRPr sz="1400" b="1" spc="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MAIN TEXTS</a:t>
            </a:r>
          </a:p>
        </p:txBody>
      </p:sp>
      <p:sp>
        <p:nvSpPr>
          <p:cNvPr id="29" name="Text Placeholder 18">
            <a:extLst>
              <a:ext uri="{FF2B5EF4-FFF2-40B4-BE49-F238E27FC236}">
                <a16:creationId xmlns:a16="http://schemas.microsoft.com/office/drawing/2014/main" id="{583869C1-3EC0-9085-4607-58B6332B91DB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131080" y="3243305"/>
            <a:ext cx="3021672" cy="292709"/>
          </a:xfrm>
          <a:prstGeom prst="rect">
            <a:avLst/>
          </a:prstGeom>
        </p:spPr>
        <p:txBody>
          <a:bodyPr anchor="b"/>
          <a:lstStyle>
            <a:lvl1pPr marL="171450" indent="-171450" algn="l">
              <a:buFont typeface="Arial" panose="020B0604020202020204" pitchFamily="34" charset="0"/>
              <a:buChar char="•"/>
              <a:defRPr sz="1200" i="0"/>
            </a:lvl1pPr>
          </a:lstStyle>
          <a:p>
            <a:pPr lvl="0"/>
            <a:r>
              <a:rPr lang="vi-VN"/>
              <a:t>“</a:t>
            </a:r>
            <a:r>
              <a:rPr lang="en-US"/>
              <a:t>Click to edit Master text styles</a:t>
            </a:r>
            <a:r>
              <a:rPr lang="vi-VN"/>
              <a:t>”</a:t>
            </a:r>
            <a:endParaRPr lang="en-US"/>
          </a:p>
        </p:txBody>
      </p:sp>
      <p:sp>
        <p:nvSpPr>
          <p:cNvPr id="30" name="Text Placeholder 10">
            <a:extLst>
              <a:ext uri="{FF2B5EF4-FFF2-40B4-BE49-F238E27FC236}">
                <a16:creationId xmlns:a16="http://schemas.microsoft.com/office/drawing/2014/main" id="{9AEF74DC-BB3E-05E7-D1A9-537C8B23C6ED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120653" y="2777408"/>
            <a:ext cx="3042527" cy="292068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ctr">
              <a:buFontTx/>
              <a:buNone/>
              <a:defRPr sz="1200" b="1" spc="0">
                <a:solidFill>
                  <a:schemeClr val="tx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vi-VN"/>
              <a:t>Subtitle</a:t>
            </a:r>
            <a:endParaRPr lang="en-US"/>
          </a:p>
        </p:txBody>
      </p:sp>
      <p:sp>
        <p:nvSpPr>
          <p:cNvPr id="31" name="Text Placeholder 10">
            <a:extLst>
              <a:ext uri="{FF2B5EF4-FFF2-40B4-BE49-F238E27FC236}">
                <a16:creationId xmlns:a16="http://schemas.microsoft.com/office/drawing/2014/main" id="{7B24137B-436A-08FF-402F-1C8B4D3F85A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7120653" y="2453953"/>
            <a:ext cx="3042527" cy="325345"/>
          </a:xfrm>
          <a:prstGeom prst="rect">
            <a:avLst/>
          </a:prstGeom>
        </p:spPr>
        <p:txBody>
          <a:bodyPr wrap="square" anchor="b">
            <a:spAutoFit/>
          </a:bodyPr>
          <a:lstStyle>
            <a:lvl1pPr marL="0" indent="0" algn="ctr">
              <a:buFontTx/>
              <a:buNone/>
              <a:defRPr sz="1400" b="1" spc="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100000"/>
              <a:buFontTx/>
              <a:buNone/>
              <a:tabLst/>
              <a:defRPr/>
            </a:pPr>
            <a:r>
              <a:rPr lang="en-US"/>
              <a:t>MAIN TEXTS</a:t>
            </a: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F781DDC8-3D12-8FD1-00F1-CA475B79D06F}"/>
              </a:ext>
            </a:extLst>
          </p:cNvPr>
          <p:cNvSpPr/>
          <p:nvPr userDrawn="1"/>
        </p:nvSpPr>
        <p:spPr>
          <a:xfrm>
            <a:off x="-2567326" y="5387583"/>
            <a:ext cx="10784103" cy="10784103"/>
          </a:xfrm>
          <a:prstGeom prst="ellipse">
            <a:avLst/>
          </a:prstGeom>
          <a:noFill/>
          <a:ln w="0">
            <a:solidFill>
              <a:schemeClr val="tx2">
                <a:alpha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393460143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D9FB3E4D-01DC-72A8-AC5F-FBD829C02BFC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0">
                <a:schemeClr val="tx1">
                  <a:lumMod val="95000"/>
                  <a:lumOff val="5000"/>
                </a:schemeClr>
              </a:gs>
              <a:gs pos="0">
                <a:srgbClr val="272774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ES">
              <a:solidFill>
                <a:schemeClr val="bg1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FA6D7F9-0520-8CC7-78A6-DD92225DA84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5841" t="15720" r="6772" b="9951"/>
          <a:stretch/>
        </p:blipFill>
        <p:spPr>
          <a:xfrm>
            <a:off x="11058423" y="6357258"/>
            <a:ext cx="912981" cy="35052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5F0E43B-5BC2-AFA5-AF1D-47CF7042ADD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alphaModFix amt="3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8335"/>
          <a:stretch/>
        </p:blipFill>
        <p:spPr>
          <a:xfrm>
            <a:off x="-1" y="5603817"/>
            <a:ext cx="5253317" cy="1254183"/>
          </a:xfrm>
          <a:prstGeom prst="rect">
            <a:avLst/>
          </a:prstGeom>
        </p:spPr>
      </p:pic>
      <p:sp>
        <p:nvSpPr>
          <p:cNvPr id="14" name="Oval 13">
            <a:extLst>
              <a:ext uri="{FF2B5EF4-FFF2-40B4-BE49-F238E27FC236}">
                <a16:creationId xmlns:a16="http://schemas.microsoft.com/office/drawing/2014/main" id="{BB2DA4B3-5679-02C3-6A88-CDCA8784ACDB}"/>
              </a:ext>
            </a:extLst>
          </p:cNvPr>
          <p:cNvSpPr/>
          <p:nvPr userDrawn="1"/>
        </p:nvSpPr>
        <p:spPr>
          <a:xfrm>
            <a:off x="7430308" y="-3319553"/>
            <a:ext cx="6282389" cy="6282389"/>
          </a:xfrm>
          <a:prstGeom prst="ellipse">
            <a:avLst/>
          </a:prstGeom>
          <a:noFill/>
          <a:ln w="0">
            <a:solidFill>
              <a:schemeClr val="tx2">
                <a:alpha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ES">
              <a:solidFill>
                <a:schemeClr val="bg1"/>
              </a:solidFill>
            </a:endParaRP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A1BEBEB1-1423-9B8F-1D11-E5D019A1D1CE}"/>
              </a:ext>
            </a:extLst>
          </p:cNvPr>
          <p:cNvSpPr/>
          <p:nvPr userDrawn="1"/>
        </p:nvSpPr>
        <p:spPr>
          <a:xfrm>
            <a:off x="9910052" y="4254945"/>
            <a:ext cx="1163109" cy="1163109"/>
          </a:xfrm>
          <a:prstGeom prst="ellipse">
            <a:avLst/>
          </a:prstGeom>
          <a:solidFill>
            <a:schemeClr val="accent5"/>
          </a:solidFill>
          <a:ln>
            <a:noFill/>
          </a:ln>
          <a:effectLst>
            <a:outerShdw blurRad="235352" dist="12700" sx="80000" sy="80000" algn="ctr" rotWithShape="0">
              <a:schemeClr val="accent1">
                <a:alpha val="72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ES" sz="18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entury Gothic"/>
              <a:ea typeface="+mn-ea"/>
              <a:cs typeface="+mn-cs"/>
            </a:endParaRPr>
          </a:p>
        </p:txBody>
      </p:sp>
      <p:sp>
        <p:nvSpPr>
          <p:cNvPr id="5" name="Picture Placeholder 10">
            <a:extLst>
              <a:ext uri="{FF2B5EF4-FFF2-40B4-BE49-F238E27FC236}">
                <a16:creationId xmlns:a16="http://schemas.microsoft.com/office/drawing/2014/main" id="{71EDD294-6376-1BAD-D384-B82B908CEF54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7183252" y="1398494"/>
            <a:ext cx="3789962" cy="3787200"/>
          </a:xfrm>
          <a:prstGeom prst="ellipse">
            <a:avLst/>
          </a:prstGeom>
          <a:solidFill>
            <a:schemeClr val="bg1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VN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4C155695-E69C-591F-F356-C8E154EEA8E2}"/>
              </a:ext>
            </a:extLst>
          </p:cNvPr>
          <p:cNvSpPr/>
          <p:nvPr userDrawn="1"/>
        </p:nvSpPr>
        <p:spPr>
          <a:xfrm>
            <a:off x="6934200" y="-3048542"/>
            <a:ext cx="6127558" cy="6127558"/>
          </a:xfrm>
          <a:prstGeom prst="ellipse">
            <a:avLst/>
          </a:prstGeom>
          <a:noFill/>
          <a:ln w="9525">
            <a:solidFill>
              <a:schemeClr val="bg1">
                <a:alpha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ES">
              <a:solidFill>
                <a:schemeClr val="bg1"/>
              </a:solidFill>
            </a:endParaRPr>
          </a:p>
        </p:txBody>
      </p:sp>
      <p:sp>
        <p:nvSpPr>
          <p:cNvPr id="18" name="Title 17">
            <a:extLst>
              <a:ext uri="{FF2B5EF4-FFF2-40B4-BE49-F238E27FC236}">
                <a16:creationId xmlns:a16="http://schemas.microsoft.com/office/drawing/2014/main" id="{A6B8B8C3-32C6-C26C-D94A-6C65E552025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25626" y="2869231"/>
            <a:ext cx="4570374" cy="559769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b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EDIT TITLE</a:t>
            </a:r>
            <a:r>
              <a:rPr lang="vi-VN"/>
              <a:t>...</a:t>
            </a:r>
            <a:endParaRPr lang="en-US"/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907D359-F9F9-5B25-FFB4-9D8A84BFADF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525588" y="3615280"/>
            <a:ext cx="4570374" cy="323850"/>
          </a:xfrm>
          <a:prstGeom prst="rect">
            <a:avLst/>
          </a:prstGeo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i="1">
                <a:solidFill>
                  <a:schemeClr val="bg1"/>
                </a:solidFill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7867647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943776" y="979957"/>
            <a:ext cx="4109603" cy="480131"/>
          </a:xfrm>
          <a:prstGeom prst="rect">
            <a:avLst/>
          </a:prstGeom>
        </p:spPr>
        <p:txBody>
          <a:bodyPr vert="horz" lIns="91440" tIns="45720" rIns="91440" bIns="45720" rtlCol="0" anchor="t">
            <a:spAutoFit/>
          </a:bodyPr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text…</a:t>
            </a:r>
          </a:p>
        </p:txBody>
      </p:sp>
      <p:sp>
        <p:nvSpPr>
          <p:cNvPr id="13" name="Text Placeholder 10"/>
          <p:cNvSpPr>
            <a:spLocks noGrp="1"/>
          </p:cNvSpPr>
          <p:nvPr>
            <p:ph type="body" sz="quarter" idx="16" hasCustomPrompt="1"/>
          </p:nvPr>
        </p:nvSpPr>
        <p:spPr>
          <a:xfrm>
            <a:off x="943776" y="1521107"/>
            <a:ext cx="4123878" cy="292644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1200">
                <a:solidFill>
                  <a:schemeClr val="tx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Edit</a:t>
            </a:r>
            <a:r>
              <a:rPr lang="vi-VN"/>
              <a:t> subtitle…</a:t>
            </a:r>
            <a:endParaRPr lang="en-US"/>
          </a:p>
        </p:txBody>
      </p:sp>
      <p:sp>
        <p:nvSpPr>
          <p:cNvPr id="21" name="Picture Placeholder 20"/>
          <p:cNvSpPr>
            <a:spLocks noGrp="1"/>
          </p:cNvSpPr>
          <p:nvPr>
            <p:ph type="pic" sz="quarter" idx="19"/>
          </p:nvPr>
        </p:nvSpPr>
        <p:spPr>
          <a:xfrm>
            <a:off x="6533037" y="295619"/>
            <a:ext cx="3040340" cy="3063218"/>
          </a:xfrm>
          <a:prstGeom prst="ellipse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23" name="Picture Placeholder 22"/>
          <p:cNvSpPr>
            <a:spLocks noGrp="1"/>
          </p:cNvSpPr>
          <p:nvPr>
            <p:ph type="pic" sz="quarter" idx="20"/>
          </p:nvPr>
        </p:nvSpPr>
        <p:spPr>
          <a:xfrm>
            <a:off x="7599322" y="3499164"/>
            <a:ext cx="2618730" cy="2638436"/>
          </a:xfrm>
          <a:prstGeom prst="ellipse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2" name="Picture Placeholder 3">
            <a:extLst>
              <a:ext uri="{FF2B5EF4-FFF2-40B4-BE49-F238E27FC236}">
                <a16:creationId xmlns:a16="http://schemas.microsoft.com/office/drawing/2014/main" id="{84915639-F99A-4DA1-B792-8A11D7C7A1CA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9767334" y="774948"/>
            <a:ext cx="3629402" cy="3629402"/>
          </a:xfrm>
          <a:prstGeom prst="chord">
            <a:avLst>
              <a:gd name="adj1" fmla="val 4166329"/>
              <a:gd name="adj2" fmla="val 17414542"/>
            </a:avLst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5" name="Picture Placeholder 22">
            <a:extLst>
              <a:ext uri="{FF2B5EF4-FFF2-40B4-BE49-F238E27FC236}">
                <a16:creationId xmlns:a16="http://schemas.microsoft.com/office/drawing/2014/main" id="{250BB155-05ED-4CEB-9810-3F9792918A7B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4786635" y="2878580"/>
            <a:ext cx="2618730" cy="2638436"/>
          </a:xfrm>
          <a:prstGeom prst="ellipse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2640EFE5-6D6B-4405-8709-B033A3787FE2}"/>
              </a:ext>
            </a:extLst>
          </p:cNvPr>
          <p:cNvSpPr/>
          <p:nvPr userDrawn="1"/>
        </p:nvSpPr>
        <p:spPr>
          <a:xfrm>
            <a:off x="8692938" y="-2446373"/>
            <a:ext cx="4703798" cy="4703798"/>
          </a:xfrm>
          <a:prstGeom prst="ellipse">
            <a:avLst/>
          </a:prstGeom>
          <a:noFill/>
          <a:ln w="0">
            <a:solidFill>
              <a:schemeClr val="tx2">
                <a:alpha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2EA2C34B-3A6C-7059-A288-92842CEAC8D0}"/>
              </a:ext>
            </a:extLst>
          </p:cNvPr>
          <p:cNvSpPr/>
          <p:nvPr userDrawn="1"/>
        </p:nvSpPr>
        <p:spPr>
          <a:xfrm>
            <a:off x="-395295" y="4149003"/>
            <a:ext cx="3977194" cy="3977194"/>
          </a:xfrm>
          <a:prstGeom prst="ellipse">
            <a:avLst/>
          </a:prstGeom>
          <a:noFill/>
          <a:ln w="9525">
            <a:solidFill>
              <a:schemeClr val="bg1">
                <a:alpha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ES">
              <a:solidFill>
                <a:schemeClr val="tx2"/>
              </a:solidFill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1EBA2EA8-B58F-7F3D-4A08-1AD127BA7033}"/>
              </a:ext>
            </a:extLst>
          </p:cNvPr>
          <p:cNvSpPr/>
          <p:nvPr userDrawn="1"/>
        </p:nvSpPr>
        <p:spPr>
          <a:xfrm>
            <a:off x="2584992" y="4362993"/>
            <a:ext cx="455389" cy="455389"/>
          </a:xfrm>
          <a:prstGeom prst="ellipse">
            <a:avLst/>
          </a:prstGeom>
          <a:solidFill>
            <a:schemeClr val="accent3"/>
          </a:solidFill>
          <a:ln>
            <a:noFill/>
          </a:ln>
          <a:effectLst>
            <a:outerShdw blurRad="533400" sx="95000" sy="95000" algn="ctr" rotWithShape="0">
              <a:schemeClr val="accent3">
                <a:alpha val="38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ES" sz="18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Century Gothic"/>
              <a:ea typeface="+mn-ea"/>
              <a:cs typeface="+mn-cs"/>
            </a:endParaRPr>
          </a:p>
        </p:txBody>
      </p:sp>
      <p:pic>
        <p:nvPicPr>
          <p:cNvPr id="7" name="Picture 6" descr="A close up of text on a black background&#10;&#10;Description automatically generated">
            <a:extLst>
              <a:ext uri="{FF2B5EF4-FFF2-40B4-BE49-F238E27FC236}">
                <a16:creationId xmlns:a16="http://schemas.microsoft.com/office/drawing/2014/main" id="{3A8695DE-3914-0FE6-BBF5-02ECE73FB4D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1500"/>
                    </a14:imgEffect>
                    <a14:imgEffect>
                      <a14:saturation sat="0"/>
                    </a14:imgEffect>
                  </a14:imgLayer>
                </a14:imgProps>
              </a:ext>
            </a:extLst>
          </a:blip>
          <a:srcRect l="19634" t="18421" r="19898" b="32401"/>
          <a:stretch/>
        </p:blipFill>
        <p:spPr>
          <a:xfrm>
            <a:off x="10228048" y="5998776"/>
            <a:ext cx="1394872" cy="583582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E7E9466B-9893-6DB5-3427-C3373ABF56EF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 l="5841" t="15720" r="6772" b="9951"/>
          <a:stretch/>
        </p:blipFill>
        <p:spPr>
          <a:xfrm>
            <a:off x="11058423" y="6357258"/>
            <a:ext cx="912981" cy="350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895236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120">
          <p15:clr>
            <a:srgbClr val="FBAE40"/>
          </p15:clr>
        </p15:guide>
        <p15:guide id="4" pos="408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CACE71C8-6F6D-0000-EA2C-47A3CFA0E9BE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0">
                <a:schemeClr val="tx1">
                  <a:lumMod val="95000"/>
                  <a:lumOff val="5000"/>
                </a:schemeClr>
              </a:gs>
              <a:gs pos="0">
                <a:srgbClr val="272774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ES">
              <a:solidFill>
                <a:schemeClr val="bg1"/>
              </a:solidFill>
            </a:endParaRPr>
          </a:p>
        </p:txBody>
      </p:sp>
      <p:sp>
        <p:nvSpPr>
          <p:cNvPr id="10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943776" y="979957"/>
            <a:ext cx="4109603" cy="480131"/>
          </a:xfrm>
          <a:prstGeom prst="rect">
            <a:avLst/>
          </a:prstGeom>
        </p:spPr>
        <p:txBody>
          <a:bodyPr vert="horz" lIns="91440" tIns="45720" rIns="91440" bIns="45720" rtlCol="0" anchor="t">
            <a:sp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text…</a:t>
            </a:r>
          </a:p>
        </p:txBody>
      </p:sp>
      <p:sp>
        <p:nvSpPr>
          <p:cNvPr id="13" name="Text Placeholder 10"/>
          <p:cNvSpPr>
            <a:spLocks noGrp="1"/>
          </p:cNvSpPr>
          <p:nvPr>
            <p:ph type="body" sz="quarter" idx="16" hasCustomPrompt="1"/>
          </p:nvPr>
        </p:nvSpPr>
        <p:spPr>
          <a:xfrm>
            <a:off x="943776" y="1578980"/>
            <a:ext cx="4123878" cy="292644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Edit</a:t>
            </a:r>
            <a:r>
              <a:rPr lang="vi-VN"/>
              <a:t> subtitle…</a:t>
            </a:r>
            <a:endParaRPr lang="en-US"/>
          </a:p>
        </p:txBody>
      </p:sp>
      <p:sp>
        <p:nvSpPr>
          <p:cNvPr id="21" name="Picture Placeholder 20"/>
          <p:cNvSpPr>
            <a:spLocks noGrp="1"/>
          </p:cNvSpPr>
          <p:nvPr>
            <p:ph type="pic" sz="quarter" idx="19"/>
          </p:nvPr>
        </p:nvSpPr>
        <p:spPr>
          <a:xfrm>
            <a:off x="6533037" y="295619"/>
            <a:ext cx="3040340" cy="3063218"/>
          </a:xfrm>
          <a:prstGeom prst="ellipse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23" name="Picture Placeholder 22"/>
          <p:cNvSpPr>
            <a:spLocks noGrp="1"/>
          </p:cNvSpPr>
          <p:nvPr>
            <p:ph type="pic" sz="quarter" idx="20"/>
          </p:nvPr>
        </p:nvSpPr>
        <p:spPr>
          <a:xfrm>
            <a:off x="7599322" y="3499164"/>
            <a:ext cx="2618730" cy="2638436"/>
          </a:xfrm>
          <a:prstGeom prst="ellipse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2" name="Picture Placeholder 3">
            <a:extLst>
              <a:ext uri="{FF2B5EF4-FFF2-40B4-BE49-F238E27FC236}">
                <a16:creationId xmlns:a16="http://schemas.microsoft.com/office/drawing/2014/main" id="{84915639-F99A-4DA1-B792-8A11D7C7A1CA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9767334" y="774948"/>
            <a:ext cx="3629402" cy="3629402"/>
          </a:xfrm>
          <a:prstGeom prst="chord">
            <a:avLst>
              <a:gd name="adj1" fmla="val 4166329"/>
              <a:gd name="adj2" fmla="val 17414542"/>
            </a:avLst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5" name="Picture Placeholder 22">
            <a:extLst>
              <a:ext uri="{FF2B5EF4-FFF2-40B4-BE49-F238E27FC236}">
                <a16:creationId xmlns:a16="http://schemas.microsoft.com/office/drawing/2014/main" id="{250BB155-05ED-4CEB-9810-3F9792918A7B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4786635" y="2878580"/>
            <a:ext cx="2618730" cy="2638436"/>
          </a:xfrm>
          <a:prstGeom prst="ellipse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2640EFE5-6D6B-4405-8709-B033A3787FE2}"/>
              </a:ext>
            </a:extLst>
          </p:cNvPr>
          <p:cNvSpPr/>
          <p:nvPr userDrawn="1"/>
        </p:nvSpPr>
        <p:spPr>
          <a:xfrm>
            <a:off x="8692938" y="238021"/>
            <a:ext cx="2019404" cy="2019404"/>
          </a:xfrm>
          <a:prstGeom prst="ellipse">
            <a:avLst/>
          </a:prstGeom>
          <a:noFill/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3241B681-C565-231F-1A6F-69E584FE64A1}"/>
              </a:ext>
            </a:extLst>
          </p:cNvPr>
          <p:cNvSpPr/>
          <p:nvPr userDrawn="1"/>
        </p:nvSpPr>
        <p:spPr>
          <a:xfrm>
            <a:off x="-5009268" y="4886325"/>
            <a:ext cx="10437636" cy="10437636"/>
          </a:xfrm>
          <a:prstGeom prst="ellipse">
            <a:avLst/>
          </a:prstGeom>
          <a:noFill/>
          <a:ln w="0">
            <a:solidFill>
              <a:schemeClr val="bg1">
                <a:alpha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E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1EBA2EA8-B58F-7F3D-4A08-1AD127BA7033}"/>
              </a:ext>
            </a:extLst>
          </p:cNvPr>
          <p:cNvSpPr/>
          <p:nvPr userDrawn="1"/>
        </p:nvSpPr>
        <p:spPr>
          <a:xfrm>
            <a:off x="1899192" y="4936400"/>
            <a:ext cx="767808" cy="767808"/>
          </a:xfrm>
          <a:prstGeom prst="ellipse">
            <a:avLst/>
          </a:prstGeom>
          <a:solidFill>
            <a:schemeClr val="accent3"/>
          </a:solidFill>
          <a:ln>
            <a:noFill/>
          </a:ln>
          <a:effectLst>
            <a:outerShdw blurRad="546100" algn="ctr" rotWithShape="0">
              <a:schemeClr val="tx1">
                <a:alpha val="41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ES" sz="18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entury Gothic"/>
              <a:ea typeface="+mn-ea"/>
              <a:cs typeface="+mn-cs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1D7F858-86EA-34F5-E42F-837545EDCFC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904" r="1904"/>
          <a:stretch/>
        </p:blipFill>
        <p:spPr>
          <a:xfrm>
            <a:off x="11058423" y="6357258"/>
            <a:ext cx="912981" cy="350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476244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120">
          <p15:clr>
            <a:srgbClr val="FBAE40"/>
          </p15:clr>
        </p15:guide>
        <p15:guide id="4" pos="408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Quote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C545A0C-C224-7157-3C4F-592289606933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0">
                <a:schemeClr val="tx1">
                  <a:lumMod val="95000"/>
                  <a:lumOff val="5000"/>
                </a:schemeClr>
              </a:gs>
              <a:gs pos="0">
                <a:srgbClr val="272774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ES">
              <a:solidFill>
                <a:schemeClr val="bg1"/>
              </a:solidFill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77CA3A03-B28E-4E55-B126-99A24317B756}"/>
              </a:ext>
            </a:extLst>
          </p:cNvPr>
          <p:cNvSpPr/>
          <p:nvPr userDrawn="1"/>
        </p:nvSpPr>
        <p:spPr>
          <a:xfrm>
            <a:off x="1623237" y="1269747"/>
            <a:ext cx="4240010" cy="4599424"/>
          </a:xfrm>
          <a:prstGeom prst="roundRect">
            <a:avLst>
              <a:gd name="adj" fmla="val 6397"/>
            </a:avLst>
          </a:prstGeom>
          <a:gradFill>
            <a:gsLst>
              <a:gs pos="0">
                <a:srgbClr val="4182FF">
                  <a:alpha val="40000"/>
                </a:srgbClr>
              </a:gs>
              <a:gs pos="100000">
                <a:schemeClr val="accent1">
                  <a:alpha val="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R="0" lvl="0" indent="0" algn="ctr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b="0" i="0" u="none" strike="noStrike" cap="none" spc="0" normalizeH="0" baseline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</a:endParaRP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1D69B55C-2E16-4D7F-9FA1-1EA05DFA3E35}"/>
              </a:ext>
            </a:extLst>
          </p:cNvPr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1913860" y="4332758"/>
            <a:ext cx="3668232" cy="275973"/>
          </a:xfrm>
          <a:prstGeom prst="rect">
            <a:avLst/>
          </a:prstGeom>
        </p:spPr>
        <p:txBody>
          <a:bodyPr anchor="b">
            <a:spAutoFit/>
          </a:bodyPr>
          <a:lstStyle>
            <a:lvl1pPr marL="0" indent="0">
              <a:buNone/>
              <a:defRPr i="1">
                <a:solidFill>
                  <a:schemeClr val="bg1"/>
                </a:solidFill>
              </a:defRPr>
            </a:lvl1pPr>
          </a:lstStyle>
          <a:p>
            <a:pPr lvl="0"/>
            <a:r>
              <a:rPr lang="vi-VN"/>
              <a:t>“</a:t>
            </a:r>
            <a:r>
              <a:rPr lang="en-US"/>
              <a:t>Click to edit Master text styles</a:t>
            </a:r>
            <a:r>
              <a:rPr lang="vi-VN"/>
              <a:t>”</a:t>
            </a:r>
            <a:endParaRPr lang="en-US"/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A149BC13-8AF1-48FE-9E44-011CB7D280EF}"/>
              </a:ext>
            </a:extLst>
          </p:cNvPr>
          <p:cNvSpPr>
            <a:spLocks noGrp="1"/>
          </p:cNvSpPr>
          <p:nvPr userDrawn="1">
            <p:ph type="pic" sz="quarter" idx="12"/>
          </p:nvPr>
        </p:nvSpPr>
        <p:spPr>
          <a:xfrm>
            <a:off x="1922150" y="4737572"/>
            <a:ext cx="923925" cy="923925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1100">
                <a:solidFill>
                  <a:schemeClr val="bg1"/>
                </a:solidFill>
              </a:defRPr>
            </a:lvl1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25" name="Text Placeholder 10">
            <a:extLst>
              <a:ext uri="{FF2B5EF4-FFF2-40B4-BE49-F238E27FC236}">
                <a16:creationId xmlns:a16="http://schemas.microsoft.com/office/drawing/2014/main" id="{9E054ED0-96D0-46A9-9FE3-E07175564752}"/>
              </a:ext>
            </a:extLst>
          </p:cNvPr>
          <p:cNvSpPr>
            <a:spLocks noGrp="1"/>
          </p:cNvSpPr>
          <p:nvPr userDrawn="1">
            <p:ph type="body" sz="quarter" idx="17" hasCustomPrompt="1"/>
          </p:nvPr>
        </p:nvSpPr>
        <p:spPr>
          <a:xfrm>
            <a:off x="2972792" y="5185315"/>
            <a:ext cx="2609300" cy="292709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l">
              <a:buFontTx/>
              <a:buNone/>
              <a:defRPr sz="1200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vi-VN"/>
              <a:t>Title</a:t>
            </a:r>
            <a:endParaRPr lang="en-US"/>
          </a:p>
        </p:txBody>
      </p:sp>
      <p:sp>
        <p:nvSpPr>
          <p:cNvPr id="26" name="Text Placeholder 10">
            <a:extLst>
              <a:ext uri="{FF2B5EF4-FFF2-40B4-BE49-F238E27FC236}">
                <a16:creationId xmlns:a16="http://schemas.microsoft.com/office/drawing/2014/main" id="{ADD6CF51-4833-48E9-8937-393EE6019BEC}"/>
              </a:ext>
            </a:extLst>
          </p:cNvPr>
          <p:cNvSpPr>
            <a:spLocks noGrp="1"/>
          </p:cNvSpPr>
          <p:nvPr userDrawn="1">
            <p:ph type="body" sz="quarter" idx="19" hasCustomPrompt="1"/>
          </p:nvPr>
        </p:nvSpPr>
        <p:spPr>
          <a:xfrm>
            <a:off x="2972792" y="4850220"/>
            <a:ext cx="2609300" cy="325410"/>
          </a:xfrm>
          <a:prstGeom prst="rect">
            <a:avLst/>
          </a:prstGeom>
        </p:spPr>
        <p:txBody>
          <a:bodyPr anchor="b">
            <a:spAutoFit/>
          </a:bodyPr>
          <a:lstStyle>
            <a:lvl1pPr marL="0" indent="0" algn="l">
              <a:buFontTx/>
              <a:buNone/>
              <a:defRPr sz="1400" b="1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vi-VN"/>
              <a:t>Name</a:t>
            </a:r>
            <a:endParaRPr lang="en-US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CF98E98D-8DDF-C16E-6804-9B90EEC2B227}"/>
              </a:ext>
            </a:extLst>
          </p:cNvPr>
          <p:cNvSpPr>
            <a:spLocks noGrp="1"/>
          </p:cNvSpPr>
          <p:nvPr userDrawn="1">
            <p:ph type="pic" sz="quarter" idx="24"/>
          </p:nvPr>
        </p:nvSpPr>
        <p:spPr>
          <a:xfrm>
            <a:off x="1922463" y="1530839"/>
            <a:ext cx="3659187" cy="2528887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ES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EA5E4987-1555-9CA7-D109-C2EB07DD43AB}"/>
              </a:ext>
            </a:extLst>
          </p:cNvPr>
          <p:cNvSpPr/>
          <p:nvPr userDrawn="1"/>
        </p:nvSpPr>
        <p:spPr>
          <a:xfrm>
            <a:off x="6153870" y="1269747"/>
            <a:ext cx="4240010" cy="4599424"/>
          </a:xfrm>
          <a:prstGeom prst="roundRect">
            <a:avLst>
              <a:gd name="adj" fmla="val 6397"/>
            </a:avLst>
          </a:prstGeom>
          <a:gradFill>
            <a:gsLst>
              <a:gs pos="0">
                <a:srgbClr val="4182FF">
                  <a:alpha val="40000"/>
                </a:srgbClr>
              </a:gs>
              <a:gs pos="100000">
                <a:schemeClr val="accent1">
                  <a:alpha val="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R="0" lvl="0" indent="0" algn="ctr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b="0" i="0" u="none" strike="noStrike" cap="none" spc="0" normalizeH="0" baseline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</a:endParaRPr>
          </a:p>
        </p:txBody>
      </p:sp>
      <p:sp>
        <p:nvSpPr>
          <p:cNvPr id="4" name="Text Placeholder 18">
            <a:extLst>
              <a:ext uri="{FF2B5EF4-FFF2-40B4-BE49-F238E27FC236}">
                <a16:creationId xmlns:a16="http://schemas.microsoft.com/office/drawing/2014/main" id="{BAC1D189-80AC-04D4-498F-D13D91312FAC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444493" y="4332758"/>
            <a:ext cx="3668232" cy="275973"/>
          </a:xfrm>
          <a:prstGeom prst="rect">
            <a:avLst/>
          </a:prstGeom>
        </p:spPr>
        <p:txBody>
          <a:bodyPr anchor="b">
            <a:spAutoFit/>
          </a:bodyPr>
          <a:lstStyle>
            <a:lvl1pPr marL="0" indent="0">
              <a:buNone/>
              <a:defRPr i="1">
                <a:solidFill>
                  <a:schemeClr val="bg1"/>
                </a:solidFill>
              </a:defRPr>
            </a:lvl1pPr>
          </a:lstStyle>
          <a:p>
            <a:pPr lvl="0"/>
            <a:r>
              <a:rPr lang="vi-VN"/>
              <a:t>“</a:t>
            </a:r>
            <a:r>
              <a:rPr lang="en-US"/>
              <a:t>Click to edit Master text styles</a:t>
            </a:r>
            <a:r>
              <a:rPr lang="vi-VN"/>
              <a:t>”</a:t>
            </a:r>
            <a:endParaRPr lang="en-US"/>
          </a:p>
        </p:txBody>
      </p:sp>
      <p:sp>
        <p:nvSpPr>
          <p:cNvPr id="6" name="Picture Placeholder 22">
            <a:extLst>
              <a:ext uri="{FF2B5EF4-FFF2-40B4-BE49-F238E27FC236}">
                <a16:creationId xmlns:a16="http://schemas.microsoft.com/office/drawing/2014/main" id="{801A83D4-0747-B2F8-1763-6D41241C6E5D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6452783" y="4737572"/>
            <a:ext cx="923925" cy="923925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1100">
                <a:solidFill>
                  <a:schemeClr val="bg1"/>
                </a:solidFill>
              </a:defRPr>
            </a:lvl1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7" name="Text Placeholder 10">
            <a:extLst>
              <a:ext uri="{FF2B5EF4-FFF2-40B4-BE49-F238E27FC236}">
                <a16:creationId xmlns:a16="http://schemas.microsoft.com/office/drawing/2014/main" id="{A1AAF6A2-4ACE-D8ED-243F-CF79B102D75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7503425" y="5185315"/>
            <a:ext cx="2609300" cy="292709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l">
              <a:buFontTx/>
              <a:buNone/>
              <a:defRPr sz="1200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vi-VN"/>
              <a:t>Title</a:t>
            </a:r>
            <a:endParaRPr lang="en-US"/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13785F9-70E8-D3FF-EDDA-D37B70E46F34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503425" y="4850220"/>
            <a:ext cx="2609300" cy="325410"/>
          </a:xfrm>
          <a:prstGeom prst="rect">
            <a:avLst/>
          </a:prstGeom>
        </p:spPr>
        <p:txBody>
          <a:bodyPr anchor="b">
            <a:spAutoFit/>
          </a:bodyPr>
          <a:lstStyle>
            <a:lvl1pPr marL="0" indent="0" algn="l">
              <a:buFontTx/>
              <a:buNone/>
              <a:defRPr sz="1400" b="1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vi-VN"/>
              <a:t>Name</a:t>
            </a:r>
            <a:endParaRPr lang="en-US"/>
          </a:p>
        </p:txBody>
      </p:sp>
      <p:sp>
        <p:nvSpPr>
          <p:cNvPr id="14" name="Picture Placeholder 15">
            <a:extLst>
              <a:ext uri="{FF2B5EF4-FFF2-40B4-BE49-F238E27FC236}">
                <a16:creationId xmlns:a16="http://schemas.microsoft.com/office/drawing/2014/main" id="{9DE2238C-8AA7-09D5-14B4-055E89D961AE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6453096" y="1530839"/>
            <a:ext cx="3659187" cy="2528887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E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7E381AD0-E456-A82E-4E57-1621CA4227BE}"/>
              </a:ext>
            </a:extLst>
          </p:cNvPr>
          <p:cNvSpPr/>
          <p:nvPr userDrawn="1"/>
        </p:nvSpPr>
        <p:spPr>
          <a:xfrm>
            <a:off x="-3685662" y="-3685663"/>
            <a:ext cx="7371327" cy="7371327"/>
          </a:xfrm>
          <a:prstGeom prst="ellipse">
            <a:avLst/>
          </a:prstGeom>
          <a:noFill/>
          <a:ln w="0">
            <a:solidFill>
              <a:schemeClr val="bg1">
                <a:alpha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E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6C96829D-C3E0-9C55-8CF3-66CA30B9D5F9}"/>
              </a:ext>
            </a:extLst>
          </p:cNvPr>
          <p:cNvSpPr/>
          <p:nvPr userDrawn="1"/>
        </p:nvSpPr>
        <p:spPr>
          <a:xfrm>
            <a:off x="8506336" y="3172336"/>
            <a:ext cx="7371327" cy="7371327"/>
          </a:xfrm>
          <a:prstGeom prst="ellipse">
            <a:avLst/>
          </a:prstGeom>
          <a:noFill/>
          <a:ln w="0">
            <a:solidFill>
              <a:schemeClr val="bg1">
                <a:alpha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E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6FBB9F1E-6FDC-B23E-3ADB-BBB6EAE8E523}"/>
              </a:ext>
            </a:extLst>
          </p:cNvPr>
          <p:cNvSpPr/>
          <p:nvPr userDrawn="1"/>
        </p:nvSpPr>
        <p:spPr>
          <a:xfrm>
            <a:off x="451034" y="3348815"/>
            <a:ext cx="555001" cy="555001"/>
          </a:xfrm>
          <a:prstGeom prst="ellipse">
            <a:avLst/>
          </a:prstGeom>
          <a:solidFill>
            <a:schemeClr val="accent4"/>
          </a:solidFill>
          <a:ln>
            <a:noFill/>
          </a:ln>
          <a:effectLst>
            <a:outerShdw blurRad="546100" algn="ctr" rotWithShape="0">
              <a:schemeClr val="tx1">
                <a:alpha val="41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E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/>
              <a:ea typeface="+mn-ea"/>
              <a:cs typeface="+mn-cs"/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11A40CD8-F0E1-5A6A-DA04-5ED7E4C1F617}"/>
              </a:ext>
            </a:extLst>
          </p:cNvPr>
          <p:cNvSpPr/>
          <p:nvPr userDrawn="1"/>
        </p:nvSpPr>
        <p:spPr>
          <a:xfrm>
            <a:off x="11146346" y="2981617"/>
            <a:ext cx="616567" cy="616567"/>
          </a:xfrm>
          <a:prstGeom prst="ellipse">
            <a:avLst/>
          </a:prstGeom>
          <a:solidFill>
            <a:schemeClr val="accent6"/>
          </a:solidFill>
          <a:ln>
            <a:noFill/>
          </a:ln>
          <a:effectLst>
            <a:outerShdw blurRad="546100" algn="ctr" rotWithShape="0">
              <a:schemeClr val="tx1">
                <a:alpha val="41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E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/>
              <a:ea typeface="+mn-ea"/>
              <a:cs typeface="+mn-cs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B0B2DA7-8045-DE33-D5B8-C7F848939C1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904" r="1904"/>
          <a:stretch/>
        </p:blipFill>
        <p:spPr>
          <a:xfrm>
            <a:off x="11058423" y="6357258"/>
            <a:ext cx="912981" cy="350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349755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Quote Slide">
    <p:bg>
      <p:bgPr>
        <a:solidFill>
          <a:srgbClr val="F5E2D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B6BFC31A-0740-929C-4727-A5A731077DA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0">
                <a:schemeClr val="tx1">
                  <a:lumMod val="95000"/>
                  <a:lumOff val="5000"/>
                </a:schemeClr>
              </a:gs>
              <a:gs pos="0">
                <a:srgbClr val="272774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ES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1D69B55C-2E16-4D7F-9FA1-1EA05DFA3E3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320871" y="2439574"/>
            <a:ext cx="7513674" cy="559769"/>
          </a:xfrm>
          <a:prstGeom prst="rect">
            <a:avLst/>
          </a:prstGeom>
        </p:spPr>
        <p:txBody>
          <a:bodyPr anchor="b">
            <a:spAutoFit/>
          </a:bodyPr>
          <a:lstStyle>
            <a:lvl1pPr marL="0" indent="0">
              <a:buNone/>
              <a:defRPr sz="2800" b="0" i="1">
                <a:solidFill>
                  <a:schemeClr val="bg1"/>
                </a:solidFill>
              </a:defRPr>
            </a:lvl1pPr>
          </a:lstStyle>
          <a:p>
            <a:pPr lvl="0"/>
            <a:r>
              <a:rPr lang="vi-VN"/>
              <a:t>“</a:t>
            </a:r>
            <a:r>
              <a:rPr lang="en-US"/>
              <a:t>Click to edit Master text styles</a:t>
            </a:r>
            <a:r>
              <a:rPr lang="vi-VN"/>
              <a:t>”</a:t>
            </a:r>
            <a:endParaRPr lang="en-US"/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A149BC13-8AF1-48FE-9E44-011CB7D280EF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174603" y="3762857"/>
            <a:ext cx="923925" cy="923925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1100">
                <a:solidFill>
                  <a:schemeClr val="bg1"/>
                </a:solidFill>
              </a:defRPr>
            </a:lvl1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25" name="Text Placeholder 10">
            <a:extLst>
              <a:ext uri="{FF2B5EF4-FFF2-40B4-BE49-F238E27FC236}">
                <a16:creationId xmlns:a16="http://schemas.microsoft.com/office/drawing/2014/main" id="{9E054ED0-96D0-46A9-9FE3-E0717556475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225245" y="4210600"/>
            <a:ext cx="2609300" cy="292709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l">
              <a:buFontTx/>
              <a:buNone/>
              <a:defRPr sz="1200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vi-VN"/>
              <a:t>Title</a:t>
            </a:r>
            <a:endParaRPr lang="en-US"/>
          </a:p>
        </p:txBody>
      </p:sp>
      <p:sp>
        <p:nvSpPr>
          <p:cNvPr id="26" name="Text Placeholder 10">
            <a:extLst>
              <a:ext uri="{FF2B5EF4-FFF2-40B4-BE49-F238E27FC236}">
                <a16:creationId xmlns:a16="http://schemas.microsoft.com/office/drawing/2014/main" id="{ADD6CF51-4833-48E9-8937-393EE6019BE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225245" y="3875505"/>
            <a:ext cx="2609300" cy="325410"/>
          </a:xfrm>
          <a:prstGeom prst="rect">
            <a:avLst/>
          </a:prstGeom>
        </p:spPr>
        <p:txBody>
          <a:bodyPr anchor="b">
            <a:spAutoFit/>
          </a:bodyPr>
          <a:lstStyle>
            <a:lvl1pPr marL="0" indent="0" algn="l">
              <a:buFontTx/>
              <a:buNone/>
              <a:defRPr sz="1400" b="1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vi-VN"/>
              <a:t>Name</a:t>
            </a:r>
            <a:endParaRPr lang="en-US"/>
          </a:p>
        </p:txBody>
      </p:sp>
      <p:sp>
        <p:nvSpPr>
          <p:cNvPr id="14" name="Graphic 9">
            <a:extLst>
              <a:ext uri="{FF2B5EF4-FFF2-40B4-BE49-F238E27FC236}">
                <a16:creationId xmlns:a16="http://schemas.microsoft.com/office/drawing/2014/main" id="{73B10312-7164-FAEA-0903-731C69926B46}"/>
              </a:ext>
            </a:extLst>
          </p:cNvPr>
          <p:cNvSpPr/>
          <p:nvPr userDrawn="1"/>
        </p:nvSpPr>
        <p:spPr>
          <a:xfrm>
            <a:off x="1103686" y="1510073"/>
            <a:ext cx="1038332" cy="921256"/>
          </a:xfrm>
          <a:custGeom>
            <a:avLst/>
            <a:gdLst>
              <a:gd name="connsiteX0" fmla="*/ 1210215 w 2833808"/>
              <a:gd name="connsiteY0" fmla="*/ 2514284 h 2514283"/>
              <a:gd name="connsiteX1" fmla="*/ 0 w 2833808"/>
              <a:gd name="connsiteY1" fmla="*/ 2514284 h 2514283"/>
              <a:gd name="connsiteX2" fmla="*/ 0 w 2833808"/>
              <a:gd name="connsiteY2" fmla="*/ 1356268 h 2514283"/>
              <a:gd name="connsiteX3" fmla="*/ 594694 w 2833808"/>
              <a:gd name="connsiteY3" fmla="*/ 0 h 2514283"/>
              <a:gd name="connsiteX4" fmla="*/ 1168494 w 2833808"/>
              <a:gd name="connsiteY4" fmla="*/ 0 h 2514283"/>
              <a:gd name="connsiteX5" fmla="*/ 667721 w 2833808"/>
              <a:gd name="connsiteY5" fmla="*/ 1356268 h 2514283"/>
              <a:gd name="connsiteX6" fmla="*/ 1210215 w 2833808"/>
              <a:gd name="connsiteY6" fmla="*/ 1356268 h 2514283"/>
              <a:gd name="connsiteX7" fmla="*/ 1210215 w 2833808"/>
              <a:gd name="connsiteY7" fmla="*/ 2514284 h 2514283"/>
              <a:gd name="connsiteX8" fmla="*/ 2833808 w 2833808"/>
              <a:gd name="connsiteY8" fmla="*/ 2514284 h 2514283"/>
              <a:gd name="connsiteX9" fmla="*/ 1623660 w 2833808"/>
              <a:gd name="connsiteY9" fmla="*/ 2514284 h 2514283"/>
              <a:gd name="connsiteX10" fmla="*/ 1623660 w 2833808"/>
              <a:gd name="connsiteY10" fmla="*/ 1356268 h 2514283"/>
              <a:gd name="connsiteX11" fmla="*/ 2218288 w 2833808"/>
              <a:gd name="connsiteY11" fmla="*/ 0 h 2514283"/>
              <a:gd name="connsiteX12" fmla="*/ 2792088 w 2833808"/>
              <a:gd name="connsiteY12" fmla="*/ 0 h 2514283"/>
              <a:gd name="connsiteX13" fmla="*/ 2291314 w 2833808"/>
              <a:gd name="connsiteY13" fmla="*/ 1356268 h 2514283"/>
              <a:gd name="connsiteX14" fmla="*/ 2833808 w 2833808"/>
              <a:gd name="connsiteY14" fmla="*/ 1356268 h 2514283"/>
              <a:gd name="connsiteX15" fmla="*/ 2833808 w 2833808"/>
              <a:gd name="connsiteY15" fmla="*/ 2514284 h 25142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2833808" h="2514283">
                <a:moveTo>
                  <a:pt x="1210215" y="2514284"/>
                </a:moveTo>
                <a:lnTo>
                  <a:pt x="0" y="2514284"/>
                </a:lnTo>
                <a:lnTo>
                  <a:pt x="0" y="1356268"/>
                </a:lnTo>
                <a:lnTo>
                  <a:pt x="594694" y="0"/>
                </a:lnTo>
                <a:lnTo>
                  <a:pt x="1168494" y="0"/>
                </a:lnTo>
                <a:lnTo>
                  <a:pt x="667721" y="1356268"/>
                </a:lnTo>
                <a:lnTo>
                  <a:pt x="1210215" y="1356268"/>
                </a:lnTo>
                <a:lnTo>
                  <a:pt x="1210215" y="2514284"/>
                </a:lnTo>
                <a:close/>
                <a:moveTo>
                  <a:pt x="2833808" y="2514284"/>
                </a:moveTo>
                <a:lnTo>
                  <a:pt x="1623660" y="2514284"/>
                </a:lnTo>
                <a:lnTo>
                  <a:pt x="1623660" y="1356268"/>
                </a:lnTo>
                <a:lnTo>
                  <a:pt x="2218288" y="0"/>
                </a:lnTo>
                <a:lnTo>
                  <a:pt x="2792088" y="0"/>
                </a:lnTo>
                <a:lnTo>
                  <a:pt x="2291314" y="1356268"/>
                </a:lnTo>
                <a:lnTo>
                  <a:pt x="2833808" y="1356268"/>
                </a:lnTo>
                <a:lnTo>
                  <a:pt x="2833808" y="2514284"/>
                </a:lnTo>
                <a:close/>
              </a:path>
            </a:pathLst>
          </a:custGeom>
          <a:noFill/>
          <a:ln w="3175" cap="flat">
            <a:solidFill>
              <a:schemeClr val="bg1"/>
            </a:solidFill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chemeClr val="bg1"/>
              </a:solidFill>
            </a:endParaRPr>
          </a:p>
        </p:txBody>
      </p:sp>
      <p:sp>
        <p:nvSpPr>
          <p:cNvPr id="15" name="Graphic 9">
            <a:extLst>
              <a:ext uri="{FF2B5EF4-FFF2-40B4-BE49-F238E27FC236}">
                <a16:creationId xmlns:a16="http://schemas.microsoft.com/office/drawing/2014/main" id="{70430A88-F324-ACE8-7234-A939CB226B23}"/>
              </a:ext>
            </a:extLst>
          </p:cNvPr>
          <p:cNvSpPr/>
          <p:nvPr userDrawn="1"/>
        </p:nvSpPr>
        <p:spPr>
          <a:xfrm rot="10800000">
            <a:off x="9935682" y="2820741"/>
            <a:ext cx="656118" cy="582138"/>
          </a:xfrm>
          <a:custGeom>
            <a:avLst/>
            <a:gdLst>
              <a:gd name="connsiteX0" fmla="*/ 1210215 w 2833808"/>
              <a:gd name="connsiteY0" fmla="*/ 2514284 h 2514283"/>
              <a:gd name="connsiteX1" fmla="*/ 0 w 2833808"/>
              <a:gd name="connsiteY1" fmla="*/ 2514284 h 2514283"/>
              <a:gd name="connsiteX2" fmla="*/ 0 w 2833808"/>
              <a:gd name="connsiteY2" fmla="*/ 1356268 h 2514283"/>
              <a:gd name="connsiteX3" fmla="*/ 594694 w 2833808"/>
              <a:gd name="connsiteY3" fmla="*/ 0 h 2514283"/>
              <a:gd name="connsiteX4" fmla="*/ 1168494 w 2833808"/>
              <a:gd name="connsiteY4" fmla="*/ 0 h 2514283"/>
              <a:gd name="connsiteX5" fmla="*/ 667721 w 2833808"/>
              <a:gd name="connsiteY5" fmla="*/ 1356268 h 2514283"/>
              <a:gd name="connsiteX6" fmla="*/ 1210215 w 2833808"/>
              <a:gd name="connsiteY6" fmla="*/ 1356268 h 2514283"/>
              <a:gd name="connsiteX7" fmla="*/ 1210215 w 2833808"/>
              <a:gd name="connsiteY7" fmla="*/ 2514284 h 2514283"/>
              <a:gd name="connsiteX8" fmla="*/ 2833808 w 2833808"/>
              <a:gd name="connsiteY8" fmla="*/ 2514284 h 2514283"/>
              <a:gd name="connsiteX9" fmla="*/ 1623660 w 2833808"/>
              <a:gd name="connsiteY9" fmla="*/ 2514284 h 2514283"/>
              <a:gd name="connsiteX10" fmla="*/ 1623660 w 2833808"/>
              <a:gd name="connsiteY10" fmla="*/ 1356268 h 2514283"/>
              <a:gd name="connsiteX11" fmla="*/ 2218288 w 2833808"/>
              <a:gd name="connsiteY11" fmla="*/ 0 h 2514283"/>
              <a:gd name="connsiteX12" fmla="*/ 2792088 w 2833808"/>
              <a:gd name="connsiteY12" fmla="*/ 0 h 2514283"/>
              <a:gd name="connsiteX13" fmla="*/ 2291314 w 2833808"/>
              <a:gd name="connsiteY13" fmla="*/ 1356268 h 2514283"/>
              <a:gd name="connsiteX14" fmla="*/ 2833808 w 2833808"/>
              <a:gd name="connsiteY14" fmla="*/ 1356268 h 2514283"/>
              <a:gd name="connsiteX15" fmla="*/ 2833808 w 2833808"/>
              <a:gd name="connsiteY15" fmla="*/ 2514284 h 25142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2833808" h="2514283">
                <a:moveTo>
                  <a:pt x="1210215" y="2514284"/>
                </a:moveTo>
                <a:lnTo>
                  <a:pt x="0" y="2514284"/>
                </a:lnTo>
                <a:lnTo>
                  <a:pt x="0" y="1356268"/>
                </a:lnTo>
                <a:lnTo>
                  <a:pt x="594694" y="0"/>
                </a:lnTo>
                <a:lnTo>
                  <a:pt x="1168494" y="0"/>
                </a:lnTo>
                <a:lnTo>
                  <a:pt x="667721" y="1356268"/>
                </a:lnTo>
                <a:lnTo>
                  <a:pt x="1210215" y="1356268"/>
                </a:lnTo>
                <a:lnTo>
                  <a:pt x="1210215" y="2514284"/>
                </a:lnTo>
                <a:close/>
                <a:moveTo>
                  <a:pt x="2833808" y="2514284"/>
                </a:moveTo>
                <a:lnTo>
                  <a:pt x="1623660" y="2514284"/>
                </a:lnTo>
                <a:lnTo>
                  <a:pt x="1623660" y="1356268"/>
                </a:lnTo>
                <a:lnTo>
                  <a:pt x="2218288" y="0"/>
                </a:lnTo>
                <a:lnTo>
                  <a:pt x="2792088" y="0"/>
                </a:lnTo>
                <a:lnTo>
                  <a:pt x="2291314" y="1356268"/>
                </a:lnTo>
                <a:lnTo>
                  <a:pt x="2833808" y="1356268"/>
                </a:lnTo>
                <a:lnTo>
                  <a:pt x="2833808" y="2514284"/>
                </a:lnTo>
                <a:close/>
              </a:path>
            </a:pathLst>
          </a:custGeom>
          <a:noFill/>
          <a:ln w="3175" cap="flat">
            <a:solidFill>
              <a:schemeClr val="bg1"/>
            </a:solidFill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AB49253A-44E1-4DB4-30C9-DFEFC5DF7483}"/>
              </a:ext>
            </a:extLst>
          </p:cNvPr>
          <p:cNvSpPr/>
          <p:nvPr userDrawn="1"/>
        </p:nvSpPr>
        <p:spPr>
          <a:xfrm>
            <a:off x="-3685662" y="-3685663"/>
            <a:ext cx="7371327" cy="7371327"/>
          </a:xfrm>
          <a:prstGeom prst="ellipse">
            <a:avLst/>
          </a:prstGeom>
          <a:noFill/>
          <a:ln w="0">
            <a:solidFill>
              <a:schemeClr val="bg1">
                <a:alpha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E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8A7F838-FB17-CAAB-AF10-B151895D8184}"/>
              </a:ext>
            </a:extLst>
          </p:cNvPr>
          <p:cNvSpPr/>
          <p:nvPr userDrawn="1"/>
        </p:nvSpPr>
        <p:spPr>
          <a:xfrm>
            <a:off x="8506336" y="3172336"/>
            <a:ext cx="7371327" cy="7371327"/>
          </a:xfrm>
          <a:prstGeom prst="ellipse">
            <a:avLst/>
          </a:prstGeom>
          <a:noFill/>
          <a:ln w="0">
            <a:solidFill>
              <a:schemeClr val="bg1">
                <a:alpha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E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4AD2CFD7-F57B-446C-5160-6A5811264EE1}"/>
              </a:ext>
            </a:extLst>
          </p:cNvPr>
          <p:cNvSpPr/>
          <p:nvPr userDrawn="1"/>
        </p:nvSpPr>
        <p:spPr>
          <a:xfrm>
            <a:off x="3380665" y="578982"/>
            <a:ext cx="555001" cy="555001"/>
          </a:xfrm>
          <a:prstGeom prst="ellipse">
            <a:avLst/>
          </a:prstGeom>
          <a:solidFill>
            <a:schemeClr val="accent3"/>
          </a:solidFill>
          <a:ln>
            <a:noFill/>
          </a:ln>
          <a:effectLst>
            <a:outerShdw blurRad="546100" algn="ctr" rotWithShape="0">
              <a:schemeClr val="tx1">
                <a:alpha val="41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E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/>
              <a:ea typeface="+mn-ea"/>
              <a:cs typeface="+mn-cs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2F0B170-AF52-26B8-A855-E5F709661BF1}"/>
              </a:ext>
            </a:extLst>
          </p:cNvPr>
          <p:cNvSpPr/>
          <p:nvPr userDrawn="1"/>
        </p:nvSpPr>
        <p:spPr>
          <a:xfrm>
            <a:off x="8261103" y="5396774"/>
            <a:ext cx="855834" cy="855834"/>
          </a:xfrm>
          <a:prstGeom prst="ellipse">
            <a:avLst/>
          </a:prstGeom>
          <a:solidFill>
            <a:schemeClr val="accent5"/>
          </a:solidFill>
          <a:ln>
            <a:noFill/>
          </a:ln>
          <a:effectLst>
            <a:outerShdw blurRad="546100" algn="ctr" rotWithShape="0">
              <a:schemeClr val="tx1">
                <a:alpha val="41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E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/>
              <a:ea typeface="+mn-ea"/>
              <a:cs typeface="+mn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2368AFD-478D-0EA3-3A51-68BD7A8F720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904" r="1904"/>
          <a:stretch/>
        </p:blipFill>
        <p:spPr>
          <a:xfrm>
            <a:off x="11058423" y="6357258"/>
            <a:ext cx="912981" cy="350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461099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creen Devi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val 13">
            <a:extLst>
              <a:ext uri="{FF2B5EF4-FFF2-40B4-BE49-F238E27FC236}">
                <a16:creationId xmlns:a16="http://schemas.microsoft.com/office/drawing/2014/main" id="{E5CDE720-1EEB-6E43-A2F1-F09CD1518179}"/>
              </a:ext>
            </a:extLst>
          </p:cNvPr>
          <p:cNvSpPr/>
          <p:nvPr userDrawn="1"/>
        </p:nvSpPr>
        <p:spPr>
          <a:xfrm>
            <a:off x="-5263882" y="-2236005"/>
            <a:ext cx="11041156" cy="11041156"/>
          </a:xfrm>
          <a:prstGeom prst="ellipse">
            <a:avLst/>
          </a:prstGeom>
          <a:noFill/>
          <a:ln w="0">
            <a:solidFill>
              <a:schemeClr val="tx2">
                <a:alpha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ES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75F4109B-3775-E2B9-FA60-C9B83E62F24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5841" t="15720" r="6772" b="9951"/>
          <a:stretch/>
        </p:blipFill>
        <p:spPr>
          <a:xfrm>
            <a:off x="11058423" y="6357258"/>
            <a:ext cx="912981" cy="350520"/>
          </a:xfrm>
          <a:prstGeom prst="rect">
            <a:avLst/>
          </a:prstGeom>
        </p:spPr>
      </p:pic>
      <p:sp>
        <p:nvSpPr>
          <p:cNvPr id="5" name="Oval 4">
            <a:extLst>
              <a:ext uri="{FF2B5EF4-FFF2-40B4-BE49-F238E27FC236}">
                <a16:creationId xmlns:a16="http://schemas.microsoft.com/office/drawing/2014/main" id="{DCC849BE-B3F6-1142-5B62-56621501D08E}"/>
              </a:ext>
            </a:extLst>
          </p:cNvPr>
          <p:cNvSpPr/>
          <p:nvPr userDrawn="1"/>
        </p:nvSpPr>
        <p:spPr>
          <a:xfrm>
            <a:off x="467553" y="5007587"/>
            <a:ext cx="1349672" cy="1349672"/>
          </a:xfrm>
          <a:prstGeom prst="ellipse">
            <a:avLst/>
          </a:prstGeom>
          <a:solidFill>
            <a:schemeClr val="accent6"/>
          </a:solidFill>
          <a:ln>
            <a:noFill/>
          </a:ln>
          <a:effectLst>
            <a:outerShdw blurRad="546100" algn="ctr" rotWithShape="0">
              <a:schemeClr val="accent6">
                <a:alpha val="6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E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/>
              <a:ea typeface="+mn-ea"/>
              <a:cs typeface="+mn-cs"/>
            </a:endParaRPr>
          </a:p>
        </p:txBody>
      </p:sp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E6E94F41-B9A5-238E-D2EF-8735DDA443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81164" y="1655379"/>
            <a:ext cx="3976064" cy="4961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GB"/>
              <a:t>Edit title…</a:t>
            </a:r>
            <a:endParaRPr lang="en-US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14D92325-7DD4-EE6A-8B3C-B5156C61D0E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484611" y="2286000"/>
            <a:ext cx="3988563" cy="2585253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8" name="Picture 7" descr="A black rectangular object with a black border&#10;&#10;AI-generated content may be incorrect.">
            <a:extLst>
              <a:ext uri="{FF2B5EF4-FFF2-40B4-BE49-F238E27FC236}">
                <a16:creationId xmlns:a16="http://schemas.microsoft.com/office/drawing/2014/main" id="{3AFF0901-0A45-7CD0-8564-68E205A7197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 rot="16200000">
            <a:off x="237945" y="1576469"/>
            <a:ext cx="4877589" cy="3447142"/>
          </a:xfrm>
          <a:prstGeom prst="rect">
            <a:avLst/>
          </a:prstGeom>
        </p:spPr>
      </p:pic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B68ED790-83B4-7854-64C3-811D7DC0819B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192193" y="1319514"/>
            <a:ext cx="2997843" cy="3970117"/>
          </a:xfrm>
          <a:prstGeom prst="rect">
            <a:avLst/>
          </a:prstGeom>
          <a:solidFill>
            <a:schemeClr val="bg1"/>
          </a:solid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Click icon to add picture</a:t>
            </a:r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F97A3FB-884B-5A55-AF1B-DFBAA1E11DFB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alphaModFix amt="8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6200000">
            <a:off x="7964478" y="2618897"/>
            <a:ext cx="6858000" cy="1620204"/>
          </a:xfrm>
          <a:prstGeom prst="rect">
            <a:avLst/>
          </a:prstGeom>
        </p:spPr>
      </p:pic>
      <p:sp>
        <p:nvSpPr>
          <p:cNvPr id="11" name="Oval 10">
            <a:extLst>
              <a:ext uri="{FF2B5EF4-FFF2-40B4-BE49-F238E27FC236}">
                <a16:creationId xmlns:a16="http://schemas.microsoft.com/office/drawing/2014/main" id="{003578D7-2BC5-C3AC-892E-A45A9EC8C54A}"/>
              </a:ext>
            </a:extLst>
          </p:cNvPr>
          <p:cNvSpPr/>
          <p:nvPr userDrawn="1"/>
        </p:nvSpPr>
        <p:spPr>
          <a:xfrm>
            <a:off x="10257319" y="601884"/>
            <a:ext cx="467310" cy="467310"/>
          </a:xfrm>
          <a:prstGeom prst="ellipse">
            <a:avLst/>
          </a:prstGeom>
          <a:solidFill>
            <a:schemeClr val="accent4"/>
          </a:solidFill>
          <a:ln>
            <a:noFill/>
          </a:ln>
          <a:effectLst>
            <a:outerShdw blurRad="292100" dist="12700" sx="81000" sy="81000" algn="ctr" rotWithShape="0">
              <a:schemeClr val="accent4"/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ES" sz="18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Century Gothic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138080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4" pos="408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creen Device">
    <p:bg>
      <p:bgPr>
        <a:gradFill>
          <a:gsLst>
            <a:gs pos="100000">
              <a:schemeClr val="bg2">
                <a:alpha val="35000"/>
              </a:schemeClr>
            </a:gs>
            <a:gs pos="0">
              <a:schemeClr val="bg1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0"/>
          <p:cNvSpPr>
            <a:spLocks noGrp="1"/>
          </p:cNvSpPr>
          <p:nvPr>
            <p:ph type="body" sz="quarter" idx="13" hasCustomPrompt="1"/>
          </p:nvPr>
        </p:nvSpPr>
        <p:spPr>
          <a:xfrm>
            <a:off x="6460193" y="2969792"/>
            <a:ext cx="4969807" cy="578363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1200">
                <a:solidFill>
                  <a:schemeClr val="tx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Edit</a:t>
            </a:r>
            <a:r>
              <a:rPr lang="vi-VN"/>
              <a:t> subtitle…</a:t>
            </a:r>
            <a:endParaRPr lang="en-US"/>
          </a:p>
          <a:p>
            <a:pPr lvl="4"/>
            <a:endParaRPr lang="en-US"/>
          </a:p>
        </p:txBody>
      </p:sp>
      <p:sp>
        <p:nvSpPr>
          <p:cNvPr id="17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6460193" y="2362422"/>
            <a:ext cx="4969807" cy="480131"/>
          </a:xfrm>
          <a:prstGeom prst="rect">
            <a:avLst/>
          </a:prstGeom>
        </p:spPr>
        <p:txBody>
          <a:bodyPr vert="horz" lIns="91440" tIns="45720" rIns="91440" bIns="45720" rtlCol="0" anchor="b">
            <a:spAutoFit/>
          </a:bodyPr>
          <a:lstStyle>
            <a:lvl1pPr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US"/>
              <a:t>Edit</a:t>
            </a:r>
            <a:r>
              <a:rPr lang="vi-VN"/>
              <a:t> title…</a:t>
            </a:r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8BDD1C98-8A34-2D6D-BABB-57922A3D3130}"/>
              </a:ext>
            </a:extLst>
          </p:cNvPr>
          <p:cNvSpPr/>
          <p:nvPr userDrawn="1"/>
        </p:nvSpPr>
        <p:spPr>
          <a:xfrm>
            <a:off x="10762847" y="5358274"/>
            <a:ext cx="455389" cy="455389"/>
          </a:xfrm>
          <a:prstGeom prst="ellipse">
            <a:avLst/>
          </a:prstGeom>
          <a:solidFill>
            <a:schemeClr val="accent3"/>
          </a:solidFill>
          <a:ln>
            <a:noFill/>
          </a:ln>
          <a:effectLst>
            <a:outerShdw blurRad="546100" algn="ctr" rotWithShape="0">
              <a:schemeClr val="accent3">
                <a:alpha val="25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E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/>
              <a:ea typeface="+mn-ea"/>
              <a:cs typeface="+mn-cs"/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D6558D0B-942E-5F7E-82F7-50F4BC7B5370}"/>
              </a:ext>
            </a:extLst>
          </p:cNvPr>
          <p:cNvSpPr/>
          <p:nvPr userDrawn="1"/>
        </p:nvSpPr>
        <p:spPr>
          <a:xfrm>
            <a:off x="5307071" y="574336"/>
            <a:ext cx="1140028" cy="1140028"/>
          </a:xfrm>
          <a:prstGeom prst="ellipse">
            <a:avLst/>
          </a:prstGeom>
          <a:solidFill>
            <a:schemeClr val="accent5"/>
          </a:solidFill>
          <a:ln>
            <a:noFill/>
          </a:ln>
          <a:effectLst>
            <a:outerShdw blurRad="546100" algn="ctr" rotWithShape="0">
              <a:schemeClr val="accent5">
                <a:alpha val="12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E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/>
              <a:ea typeface="+mn-ea"/>
              <a:cs typeface="+mn-c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A8F37B3-C3ED-9716-1443-451F6768E06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alphaModFix amt="8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8335"/>
          <a:stretch/>
        </p:blipFill>
        <p:spPr>
          <a:xfrm>
            <a:off x="-1" y="5603817"/>
            <a:ext cx="5253317" cy="1254183"/>
          </a:xfrm>
          <a:prstGeom prst="rect">
            <a:avLst/>
          </a:prstGeom>
        </p:spPr>
      </p:pic>
      <p:sp>
        <p:nvSpPr>
          <p:cNvPr id="7" name="Oval 6">
            <a:extLst>
              <a:ext uri="{FF2B5EF4-FFF2-40B4-BE49-F238E27FC236}">
                <a16:creationId xmlns:a16="http://schemas.microsoft.com/office/drawing/2014/main" id="{F6A9F3FD-864D-6801-874C-7B8C768DB495}"/>
              </a:ext>
            </a:extLst>
          </p:cNvPr>
          <p:cNvSpPr/>
          <p:nvPr userDrawn="1"/>
        </p:nvSpPr>
        <p:spPr>
          <a:xfrm>
            <a:off x="-4330668" y="-4660673"/>
            <a:ext cx="7917703" cy="7917703"/>
          </a:xfrm>
          <a:prstGeom prst="ellipse">
            <a:avLst/>
          </a:prstGeom>
          <a:noFill/>
          <a:ln w="0">
            <a:solidFill>
              <a:schemeClr val="tx2">
                <a:alpha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ES" sz="160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0D8AA1D-08EB-EFEE-B8AD-A77634B507F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l="5841" t="15720" r="6772" b="9951"/>
          <a:stretch/>
        </p:blipFill>
        <p:spPr>
          <a:xfrm>
            <a:off x="11058423" y="6357258"/>
            <a:ext cx="912981" cy="350520"/>
          </a:xfrm>
          <a:prstGeom prst="rect">
            <a:avLst/>
          </a:prstGeom>
        </p:spPr>
      </p:pic>
      <p:pic>
        <p:nvPicPr>
          <p:cNvPr id="6" name="Picture 5" descr="A computer monitor with a black screen&#10;&#10;AI-generated content may be incorrect.">
            <a:extLst>
              <a:ext uri="{FF2B5EF4-FFF2-40B4-BE49-F238E27FC236}">
                <a16:creationId xmlns:a16="http://schemas.microsoft.com/office/drawing/2014/main" id="{3860B2D0-4867-83A0-C73A-EDD36D46DC81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-390046" y="1030148"/>
            <a:ext cx="6401656" cy="5107606"/>
          </a:xfrm>
          <a:prstGeom prst="rect">
            <a:avLst/>
          </a:prstGeom>
        </p:spPr>
      </p:pic>
      <p:sp>
        <p:nvSpPr>
          <p:cNvPr id="4" name="Picture Placeholder 3"/>
          <p:cNvSpPr>
            <a:spLocks noGrp="1"/>
          </p:cNvSpPr>
          <p:nvPr>
            <p:ph type="pic" sz="quarter" idx="14"/>
          </p:nvPr>
        </p:nvSpPr>
        <p:spPr>
          <a:xfrm>
            <a:off x="-115746" y="1307939"/>
            <a:ext cx="5856790" cy="3287211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txBody>
          <a:bodyPr/>
          <a:lstStyle>
            <a:lvl1pPr>
              <a:defRPr sz="1050"/>
            </a:lvl1pPr>
          </a:lstStyle>
          <a:p>
            <a:r>
              <a:rPr lang="en-GB"/>
              <a:t>Click icon to add picture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710834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4" pos="408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Screen Device">
    <p:bg>
      <p:bgPr>
        <a:gradFill>
          <a:gsLst>
            <a:gs pos="100000">
              <a:schemeClr val="bg2">
                <a:alpha val="35000"/>
              </a:schemeClr>
            </a:gs>
            <a:gs pos="0">
              <a:schemeClr val="bg1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Text Placeholder 10"/>
          <p:cNvSpPr>
            <a:spLocks noGrp="1"/>
          </p:cNvSpPr>
          <p:nvPr>
            <p:ph type="body" sz="quarter" idx="13" hasCustomPrompt="1"/>
          </p:nvPr>
        </p:nvSpPr>
        <p:spPr>
          <a:xfrm>
            <a:off x="658333" y="2552744"/>
            <a:ext cx="4112843" cy="292644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1200">
                <a:solidFill>
                  <a:schemeClr val="tx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Edit</a:t>
            </a:r>
            <a:r>
              <a:rPr lang="vi-VN"/>
              <a:t> subtitle…</a:t>
            </a:r>
            <a:endParaRPr lang="en-US"/>
          </a:p>
        </p:txBody>
      </p:sp>
      <p:sp>
        <p:nvSpPr>
          <p:cNvPr id="49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658332" y="2000709"/>
            <a:ext cx="4112844" cy="480131"/>
          </a:xfrm>
          <a:prstGeom prst="rect">
            <a:avLst/>
          </a:prstGeom>
        </p:spPr>
        <p:txBody>
          <a:bodyPr vert="horz" lIns="91440" tIns="45720" rIns="91440" bIns="45720" rtlCol="0" anchor="t">
            <a:spAutoFit/>
          </a:bodyPr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Edit</a:t>
            </a:r>
            <a:r>
              <a:rPr lang="vi-VN"/>
              <a:t> title…</a:t>
            </a:r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89A53C19-0BA6-C90C-93C7-14441BDEF6E7}"/>
              </a:ext>
            </a:extLst>
          </p:cNvPr>
          <p:cNvSpPr/>
          <p:nvPr userDrawn="1"/>
        </p:nvSpPr>
        <p:spPr>
          <a:xfrm>
            <a:off x="1831821" y="665035"/>
            <a:ext cx="455389" cy="455389"/>
          </a:xfrm>
          <a:prstGeom prst="ellipse">
            <a:avLst/>
          </a:prstGeom>
          <a:solidFill>
            <a:schemeClr val="accent3"/>
          </a:solidFill>
          <a:ln>
            <a:noFill/>
          </a:ln>
          <a:effectLst>
            <a:outerShdw blurRad="546100" algn="ctr" rotWithShape="0">
              <a:schemeClr val="tx1">
                <a:alpha val="12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E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/>
              <a:ea typeface="+mn-ea"/>
              <a:cs typeface="+mn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EC3CA46-6AD2-B062-D59E-FD7DA3398DB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5841" t="15720" r="6772" b="9951"/>
          <a:stretch/>
        </p:blipFill>
        <p:spPr>
          <a:xfrm>
            <a:off x="11058423" y="6357258"/>
            <a:ext cx="912981" cy="350520"/>
          </a:xfrm>
          <a:prstGeom prst="rect">
            <a:avLst/>
          </a:prstGeom>
        </p:spPr>
      </p:pic>
      <p:sp>
        <p:nvSpPr>
          <p:cNvPr id="4" name="Oval 3">
            <a:extLst>
              <a:ext uri="{FF2B5EF4-FFF2-40B4-BE49-F238E27FC236}">
                <a16:creationId xmlns:a16="http://schemas.microsoft.com/office/drawing/2014/main" id="{AB1EA365-A79B-1859-4883-4CDF5433FE95}"/>
              </a:ext>
            </a:extLst>
          </p:cNvPr>
          <p:cNvSpPr/>
          <p:nvPr userDrawn="1"/>
        </p:nvSpPr>
        <p:spPr>
          <a:xfrm>
            <a:off x="5789596" y="-2008639"/>
            <a:ext cx="10784103" cy="10784103"/>
          </a:xfrm>
          <a:prstGeom prst="ellipse">
            <a:avLst/>
          </a:prstGeom>
          <a:noFill/>
          <a:ln w="0">
            <a:solidFill>
              <a:schemeClr val="tx2">
                <a:alpha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ES"/>
          </a:p>
        </p:txBody>
      </p:sp>
      <p:pic>
        <p:nvPicPr>
          <p:cNvPr id="2" name="Picture 1" descr="A computer monitor with a black screen&#10;&#10;AI-generated content may be incorrect.">
            <a:extLst>
              <a:ext uri="{FF2B5EF4-FFF2-40B4-BE49-F238E27FC236}">
                <a16:creationId xmlns:a16="http://schemas.microsoft.com/office/drawing/2014/main" id="{8F333CF9-4AEC-9E84-BE34-0487621F014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177726" y="906930"/>
            <a:ext cx="6593728" cy="5260852"/>
          </a:xfrm>
          <a:prstGeom prst="rect">
            <a:avLst/>
          </a:prstGeom>
        </p:spPr>
      </p:pic>
      <p:sp>
        <p:nvSpPr>
          <p:cNvPr id="6" name="Picture Placeholder 3">
            <a:extLst>
              <a:ext uri="{FF2B5EF4-FFF2-40B4-BE49-F238E27FC236}">
                <a16:creationId xmlns:a16="http://schemas.microsoft.com/office/drawing/2014/main" id="{1571D509-9FFD-A985-1D42-FE9A82CF845E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451676" y="1203767"/>
            <a:ext cx="6018836" cy="3368233"/>
          </a:xfrm>
          <a:prstGeom prst="rect">
            <a:avLst/>
          </a:prstGeom>
          <a:ln w="19050">
            <a:noFill/>
          </a:ln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AE3C139-3EEE-C1EF-473F-3280753C9396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alphaModFix amt="8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8335"/>
          <a:stretch/>
        </p:blipFill>
        <p:spPr>
          <a:xfrm rot="5400000">
            <a:off x="-2502417" y="2502417"/>
            <a:ext cx="6574420" cy="1569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409315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4" pos="408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Screen Device">
    <p:bg>
      <p:bgPr>
        <a:gradFill>
          <a:gsLst>
            <a:gs pos="100000">
              <a:schemeClr val="bg2">
                <a:alpha val="35000"/>
              </a:schemeClr>
            </a:gs>
            <a:gs pos="0">
              <a:schemeClr val="bg1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>
            <a:extLst>
              <a:ext uri="{FF2B5EF4-FFF2-40B4-BE49-F238E27FC236}">
                <a16:creationId xmlns:a16="http://schemas.microsoft.com/office/drawing/2014/main" id="{97C09C71-451B-42DF-E6B4-BA2E4311BA90}"/>
              </a:ext>
            </a:extLst>
          </p:cNvPr>
          <p:cNvSpPr/>
          <p:nvPr userDrawn="1"/>
        </p:nvSpPr>
        <p:spPr>
          <a:xfrm>
            <a:off x="7951808" y="-1362711"/>
            <a:ext cx="6156484" cy="6156484"/>
          </a:xfrm>
          <a:prstGeom prst="ellipse">
            <a:avLst/>
          </a:prstGeom>
          <a:noFill/>
          <a:ln w="0">
            <a:solidFill>
              <a:schemeClr val="tx2">
                <a:alpha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ES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8F6FEF92-1E10-FFEA-1DB4-0198789CEA9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138263" y="1832200"/>
            <a:ext cx="5102577" cy="49180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00" b="1">
                <a:solidFill>
                  <a:schemeClr val="tx2"/>
                </a:solidFill>
              </a:defRPr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</a:lstStyle>
          <a:p>
            <a:pPr lvl="0"/>
            <a:r>
              <a:rPr lang="en-GB"/>
              <a:t>Edit your text…</a:t>
            </a:r>
            <a:endParaRPr lang="en-ES"/>
          </a:p>
        </p:txBody>
      </p:sp>
      <p:sp>
        <p:nvSpPr>
          <p:cNvPr id="13" name="Text Placeholder 13">
            <a:extLst>
              <a:ext uri="{FF2B5EF4-FFF2-40B4-BE49-F238E27FC236}">
                <a16:creationId xmlns:a16="http://schemas.microsoft.com/office/drawing/2014/main" id="{BEC24D8E-BD6F-D816-8DB6-8DDB016733F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138729" y="2396381"/>
            <a:ext cx="5102577" cy="35945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/>
              <a:t>Edit your text…</a:t>
            </a:r>
            <a:endParaRPr lang="en-E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9014C2D3-EB89-EDAE-8DA5-3753FF934B0F}"/>
              </a:ext>
            </a:extLst>
          </p:cNvPr>
          <p:cNvSpPr/>
          <p:nvPr userDrawn="1"/>
        </p:nvSpPr>
        <p:spPr>
          <a:xfrm>
            <a:off x="1199745" y="511630"/>
            <a:ext cx="340189" cy="340189"/>
          </a:xfrm>
          <a:prstGeom prst="ellipse">
            <a:avLst/>
          </a:prstGeom>
          <a:solidFill>
            <a:schemeClr val="accent5"/>
          </a:solidFill>
          <a:ln>
            <a:noFill/>
          </a:ln>
          <a:effectLst>
            <a:outerShdw blurRad="546100" algn="ctr" rotWithShape="0">
              <a:schemeClr val="tx1">
                <a:alpha val="12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E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/>
              <a:ea typeface="+mn-ea"/>
              <a:cs typeface="+mn-cs"/>
            </a:endParaRP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3AC104F5-E668-A419-6459-1FF0AE3DD359}"/>
              </a:ext>
            </a:extLst>
          </p:cNvPr>
          <p:cNvSpPr/>
          <p:nvPr userDrawn="1"/>
        </p:nvSpPr>
        <p:spPr>
          <a:xfrm>
            <a:off x="9514615" y="3076608"/>
            <a:ext cx="1365587" cy="1365587"/>
          </a:xfrm>
          <a:prstGeom prst="ellipse">
            <a:avLst/>
          </a:prstGeom>
          <a:solidFill>
            <a:schemeClr val="accent3"/>
          </a:solidFill>
          <a:ln>
            <a:noFill/>
          </a:ln>
          <a:effectLst>
            <a:outerShdw blurRad="546100" algn="ctr" rotWithShape="0">
              <a:schemeClr val="tx1">
                <a:alpha val="12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E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/>
              <a:ea typeface="+mn-ea"/>
              <a:cs typeface="+mn-cs"/>
            </a:endParaRPr>
          </a:p>
        </p:txBody>
      </p:sp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E3F7EE25-374E-7793-AA4D-2641121C4B1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426624" y="693157"/>
            <a:ext cx="2584377" cy="546231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Click icon to add picture</a:t>
            </a:r>
            <a:endParaRPr lang="en-US"/>
          </a:p>
        </p:txBody>
      </p:sp>
      <p:pic>
        <p:nvPicPr>
          <p:cNvPr id="3" name="Picture 2" descr="A close-up of a cell phone&#10;&#10;AI-generated content may be incorrect.">
            <a:extLst>
              <a:ext uri="{FF2B5EF4-FFF2-40B4-BE49-F238E27FC236}">
                <a16:creationId xmlns:a16="http://schemas.microsoft.com/office/drawing/2014/main" id="{08CFC7A6-7B33-6A3E-623C-E7E7F55E7D5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273234" y="530138"/>
            <a:ext cx="2891157" cy="579837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4327720-935C-37FF-D8F7-60D703C0C26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alphaModFix amt="8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8335"/>
          <a:stretch/>
        </p:blipFill>
        <p:spPr>
          <a:xfrm>
            <a:off x="-1" y="5603817"/>
            <a:ext cx="5253317" cy="125418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DBAFEAF-6991-5641-C9AB-A117CF37A2DB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 l="5841" t="15720" r="6772" b="9951"/>
          <a:stretch/>
        </p:blipFill>
        <p:spPr>
          <a:xfrm>
            <a:off x="11058423" y="6357258"/>
            <a:ext cx="912981" cy="350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403504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4" pos="408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hank you+Cont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79D1B12-0DFF-0238-8DBA-F925FEC153CB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0">
                <a:schemeClr val="tx1">
                  <a:lumMod val="95000"/>
                  <a:lumOff val="5000"/>
                </a:schemeClr>
              </a:gs>
              <a:gs pos="0">
                <a:srgbClr val="272774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E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8AA543CD-1FD8-61C4-117B-8AA8ADD1DAAB}"/>
              </a:ext>
            </a:extLst>
          </p:cNvPr>
          <p:cNvSpPr/>
          <p:nvPr userDrawn="1"/>
        </p:nvSpPr>
        <p:spPr>
          <a:xfrm>
            <a:off x="-3685662" y="-3685663"/>
            <a:ext cx="7371327" cy="7371327"/>
          </a:xfrm>
          <a:prstGeom prst="ellipse">
            <a:avLst/>
          </a:prstGeom>
          <a:noFill/>
          <a:ln w="9525">
            <a:solidFill>
              <a:schemeClr val="bg1">
                <a:alpha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ES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08137F21-6F49-301C-11D7-0F9B7B0C723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0" y="909972"/>
            <a:ext cx="12192000" cy="2211387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5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Thank you</a:t>
            </a:r>
          </a:p>
        </p:txBody>
      </p:sp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53E5A114-7386-D592-304A-50949C85B50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192758" y="5270252"/>
            <a:ext cx="2642206" cy="275973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ctr">
              <a:buFontTx/>
              <a:buNone/>
              <a:defRPr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text styles</a:t>
            </a:r>
          </a:p>
        </p:txBody>
      </p:sp>
      <p:sp>
        <p:nvSpPr>
          <p:cNvPr id="7" name="Text Placeholder 10">
            <a:extLst>
              <a:ext uri="{FF2B5EF4-FFF2-40B4-BE49-F238E27FC236}">
                <a16:creationId xmlns:a16="http://schemas.microsoft.com/office/drawing/2014/main" id="{BD507B65-0E11-92DE-3548-F732C8CEEFC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541106" y="4937431"/>
            <a:ext cx="1945511" cy="325410"/>
          </a:xfrm>
          <a:prstGeom prst="rect">
            <a:avLst/>
          </a:prstGeom>
        </p:spPr>
        <p:txBody>
          <a:bodyPr anchor="b">
            <a:spAutoFit/>
          </a:bodyPr>
          <a:lstStyle>
            <a:lvl1pPr marL="0" indent="0" algn="ctr">
              <a:buFontTx/>
              <a:buNone/>
              <a:defRPr sz="1400" b="1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text styles</a:t>
            </a:r>
          </a:p>
        </p:txBody>
      </p:sp>
      <p:sp>
        <p:nvSpPr>
          <p:cNvPr id="8" name="Picture Placeholder 3">
            <a:extLst>
              <a:ext uri="{FF2B5EF4-FFF2-40B4-BE49-F238E27FC236}">
                <a16:creationId xmlns:a16="http://schemas.microsoft.com/office/drawing/2014/main" id="{967F7AEE-2846-042C-CF2A-8D45AE23CB9C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3790755" y="3337259"/>
            <a:ext cx="1446213" cy="1446212"/>
          </a:xfrm>
          <a:prstGeom prst="ellipse">
            <a:avLst/>
          </a:prstGeom>
          <a:ln w="28575">
            <a:solidFill>
              <a:schemeClr val="bg1"/>
            </a:solidFill>
          </a:ln>
        </p:spPr>
        <p:txBody>
          <a:bodyPr/>
          <a:lstStyle>
            <a:lvl1pPr algn="ctr">
              <a:defRPr>
                <a:solidFill>
                  <a:schemeClr val="bg2"/>
                </a:solidFill>
              </a:defRPr>
            </a:lvl1pPr>
          </a:lstStyle>
          <a:p>
            <a:r>
              <a:rPr lang="en-US"/>
              <a:t>Picture</a:t>
            </a:r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A125B778-F8D7-84FF-EF9F-C6213FB6D6FE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316973" y="5270252"/>
            <a:ext cx="2642206" cy="275973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ctr">
              <a:buFontTx/>
              <a:buNone/>
              <a:defRPr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text styles</a:t>
            </a:r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F414A0EB-0E81-DF7F-4604-FD4EC0F040A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665321" y="4937431"/>
            <a:ext cx="1945511" cy="325410"/>
          </a:xfrm>
          <a:prstGeom prst="rect">
            <a:avLst/>
          </a:prstGeom>
        </p:spPr>
        <p:txBody>
          <a:bodyPr anchor="b">
            <a:spAutoFit/>
          </a:bodyPr>
          <a:lstStyle>
            <a:lvl1pPr marL="0" indent="0" algn="ctr">
              <a:buFontTx/>
              <a:buNone/>
              <a:defRPr sz="1400" b="1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text styles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DF1D9E49-E832-56BF-43F2-828F8E4825C6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6914970" y="3337259"/>
            <a:ext cx="1446213" cy="1446212"/>
          </a:xfrm>
          <a:prstGeom prst="ellipse">
            <a:avLst/>
          </a:prstGeom>
          <a:ln w="28575">
            <a:solidFill>
              <a:schemeClr val="bg1"/>
            </a:solidFill>
          </a:ln>
        </p:spPr>
        <p:txBody>
          <a:bodyPr/>
          <a:lstStyle>
            <a:lvl1pPr algn="ctr">
              <a:defRPr>
                <a:solidFill>
                  <a:schemeClr val="bg2"/>
                </a:solidFill>
              </a:defRPr>
            </a:lvl1pPr>
          </a:lstStyle>
          <a:p>
            <a:r>
              <a:rPr lang="en-US"/>
              <a:t>Picture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417A448E-2012-2F74-ABFF-D671EFA8E2B2}"/>
              </a:ext>
            </a:extLst>
          </p:cNvPr>
          <p:cNvSpPr/>
          <p:nvPr userDrawn="1"/>
        </p:nvSpPr>
        <p:spPr>
          <a:xfrm>
            <a:off x="8506336" y="3172336"/>
            <a:ext cx="7371327" cy="7371327"/>
          </a:xfrm>
          <a:prstGeom prst="ellipse">
            <a:avLst/>
          </a:prstGeom>
          <a:noFill/>
          <a:ln w="9525">
            <a:solidFill>
              <a:schemeClr val="bg1">
                <a:alpha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E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9FB42A86-0AE2-1138-E41A-FF266D36EEB7}"/>
              </a:ext>
            </a:extLst>
          </p:cNvPr>
          <p:cNvSpPr/>
          <p:nvPr userDrawn="1"/>
        </p:nvSpPr>
        <p:spPr>
          <a:xfrm>
            <a:off x="3102053" y="768586"/>
            <a:ext cx="855834" cy="855834"/>
          </a:xfrm>
          <a:prstGeom prst="ellipse">
            <a:avLst/>
          </a:prstGeom>
          <a:solidFill>
            <a:schemeClr val="accent3"/>
          </a:solidFill>
          <a:ln>
            <a:noFill/>
          </a:ln>
          <a:effectLst>
            <a:outerShdw blurRad="546100" algn="ctr" rotWithShape="0">
              <a:schemeClr val="tx1">
                <a:alpha val="41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E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/>
              <a:ea typeface="+mn-ea"/>
              <a:cs typeface="+mn-cs"/>
            </a:endParaRP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B588FB94-053D-1AAF-1F2A-7C7A2427D818}"/>
              </a:ext>
            </a:extLst>
          </p:cNvPr>
          <p:cNvSpPr/>
          <p:nvPr userDrawn="1"/>
        </p:nvSpPr>
        <p:spPr>
          <a:xfrm>
            <a:off x="8362835" y="5788712"/>
            <a:ext cx="555001" cy="555001"/>
          </a:xfrm>
          <a:prstGeom prst="ellipse">
            <a:avLst/>
          </a:prstGeom>
          <a:solidFill>
            <a:schemeClr val="accent5"/>
          </a:solidFill>
          <a:ln>
            <a:noFill/>
          </a:ln>
          <a:effectLst>
            <a:outerShdw blurRad="546100" algn="ctr" rotWithShape="0">
              <a:schemeClr val="tx1">
                <a:alpha val="41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E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/>
              <a:ea typeface="+mn-ea"/>
              <a:cs typeface="+mn-cs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22D57B8-174F-5393-6569-C15B5004A1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904" r="1904"/>
          <a:stretch/>
        </p:blipFill>
        <p:spPr>
          <a:xfrm>
            <a:off x="11058423" y="6357258"/>
            <a:ext cx="912981" cy="350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8901924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39A8EEBA-AA56-4890-A5C3-90FF992C424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0">
                <a:schemeClr val="tx1">
                  <a:lumMod val="95000"/>
                  <a:lumOff val="5000"/>
                </a:schemeClr>
              </a:gs>
              <a:gs pos="0">
                <a:srgbClr val="272774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ES"/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B1800AAE-BC2D-57D9-949D-120CCA558BE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853201"/>
            <a:ext cx="12192000" cy="2211387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5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Thank You</a:t>
            </a:r>
          </a:p>
        </p:txBody>
      </p:sp>
      <p:pic>
        <p:nvPicPr>
          <p:cNvPr id="12" name="Picture 11" descr="A close up of text on a black background&#10;&#10;Description automatically generated">
            <a:extLst>
              <a:ext uri="{FF2B5EF4-FFF2-40B4-BE49-F238E27FC236}">
                <a16:creationId xmlns:a16="http://schemas.microsoft.com/office/drawing/2014/main" id="{9CBB5D96-E636-1589-C626-B17D7501800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1500"/>
                    </a14:imgEffect>
                    <a14:imgEffect>
                      <a14:saturation sat="0"/>
                    </a14:imgEffect>
                  </a14:imgLayer>
                </a14:imgProps>
              </a:ext>
            </a:extLst>
          </a:blip>
          <a:srcRect b="32401"/>
          <a:stretch/>
        </p:blipFill>
        <p:spPr>
          <a:xfrm>
            <a:off x="4219709" y="4231185"/>
            <a:ext cx="3752582" cy="1304970"/>
          </a:xfrm>
          <a:prstGeom prst="rect">
            <a:avLst/>
          </a:prstGeom>
        </p:spPr>
      </p:pic>
      <p:sp>
        <p:nvSpPr>
          <p:cNvPr id="2" name="Oval 1">
            <a:extLst>
              <a:ext uri="{FF2B5EF4-FFF2-40B4-BE49-F238E27FC236}">
                <a16:creationId xmlns:a16="http://schemas.microsoft.com/office/drawing/2014/main" id="{96893C88-706D-2324-69C4-554CEBAF2673}"/>
              </a:ext>
            </a:extLst>
          </p:cNvPr>
          <p:cNvSpPr/>
          <p:nvPr userDrawn="1"/>
        </p:nvSpPr>
        <p:spPr>
          <a:xfrm>
            <a:off x="-3685662" y="-3685663"/>
            <a:ext cx="7371327" cy="7371327"/>
          </a:xfrm>
          <a:prstGeom prst="ellipse">
            <a:avLst/>
          </a:prstGeom>
          <a:noFill/>
          <a:ln w="0">
            <a:solidFill>
              <a:schemeClr val="bg1">
                <a:alpha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E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FCEC8222-609D-D92C-87E3-807B91AFD053}"/>
              </a:ext>
            </a:extLst>
          </p:cNvPr>
          <p:cNvSpPr/>
          <p:nvPr userDrawn="1"/>
        </p:nvSpPr>
        <p:spPr>
          <a:xfrm>
            <a:off x="8506336" y="3172336"/>
            <a:ext cx="7371327" cy="7371327"/>
          </a:xfrm>
          <a:prstGeom prst="ellipse">
            <a:avLst/>
          </a:prstGeom>
          <a:noFill/>
          <a:ln w="0">
            <a:solidFill>
              <a:schemeClr val="bg1">
                <a:alpha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E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FB2FB1A7-3F40-CC76-F5F8-99E55481A3A1}"/>
              </a:ext>
            </a:extLst>
          </p:cNvPr>
          <p:cNvSpPr/>
          <p:nvPr userDrawn="1"/>
        </p:nvSpPr>
        <p:spPr>
          <a:xfrm>
            <a:off x="735119" y="3242283"/>
            <a:ext cx="555001" cy="555001"/>
          </a:xfrm>
          <a:prstGeom prst="ellipse">
            <a:avLst/>
          </a:prstGeom>
          <a:solidFill>
            <a:schemeClr val="accent4"/>
          </a:solidFill>
          <a:ln>
            <a:noFill/>
          </a:ln>
          <a:effectLst>
            <a:outerShdw blurRad="546100" algn="ctr" rotWithShape="0">
              <a:schemeClr val="tx1">
                <a:alpha val="41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E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/>
              <a:ea typeface="+mn-ea"/>
              <a:cs typeface="+mn-cs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8ED01C12-B05F-25C5-0FA8-7DBE66E98CD6}"/>
              </a:ext>
            </a:extLst>
          </p:cNvPr>
          <p:cNvSpPr/>
          <p:nvPr userDrawn="1"/>
        </p:nvSpPr>
        <p:spPr>
          <a:xfrm>
            <a:off x="10498276" y="2990926"/>
            <a:ext cx="855834" cy="855834"/>
          </a:xfrm>
          <a:prstGeom prst="ellipse">
            <a:avLst/>
          </a:prstGeom>
          <a:solidFill>
            <a:schemeClr val="accent6"/>
          </a:solidFill>
          <a:ln>
            <a:noFill/>
          </a:ln>
          <a:effectLst>
            <a:outerShdw blurRad="546100" algn="ctr" rotWithShape="0">
              <a:schemeClr val="tx1">
                <a:alpha val="41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E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35214742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utro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6615FE3-E678-E136-F5A0-AE154028E76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0">
                <a:schemeClr val="tx1">
                  <a:lumMod val="95000"/>
                  <a:lumOff val="5000"/>
                </a:schemeClr>
              </a:gs>
              <a:gs pos="0">
                <a:srgbClr val="272774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ES"/>
          </a:p>
        </p:txBody>
      </p:sp>
      <p:pic>
        <p:nvPicPr>
          <p:cNvPr id="5" name="Picture 4" descr="A close up of text on a black background&#10;&#10;Description automatically generated">
            <a:extLst>
              <a:ext uri="{FF2B5EF4-FFF2-40B4-BE49-F238E27FC236}">
                <a16:creationId xmlns:a16="http://schemas.microsoft.com/office/drawing/2014/main" id="{5B328B1C-EC20-864C-8184-3C1636D2E05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1500"/>
                    </a14:imgEffect>
                    <a14:imgEffect>
                      <a14:saturation sat="0"/>
                    </a14:imgEffect>
                  </a14:imgLayer>
                </a14:imgProps>
              </a:ext>
            </a:extLst>
          </a:blip>
          <a:srcRect b="32401"/>
          <a:stretch/>
        </p:blipFill>
        <p:spPr>
          <a:xfrm>
            <a:off x="2038618" y="1422636"/>
            <a:ext cx="8114764" cy="2821931"/>
          </a:xfrm>
          <a:prstGeom prst="rect">
            <a:avLst/>
          </a:prstGeom>
        </p:spPr>
      </p:pic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7A156867-98EE-3CB3-30DD-24F5494C7CFF}"/>
              </a:ext>
            </a:extLst>
          </p:cNvPr>
          <p:cNvSpPr txBox="1">
            <a:spLocks/>
          </p:cNvSpPr>
          <p:nvPr userDrawn="1"/>
        </p:nvSpPr>
        <p:spPr>
          <a:xfrm>
            <a:off x="3568700" y="4244568"/>
            <a:ext cx="5054600" cy="555002"/>
          </a:xfrm>
          <a:prstGeom prst="rect">
            <a:avLst/>
          </a:prstGeom>
          <a:effectLst/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Calibri Light"/>
              </a:rPr>
              <a:t>Your stepping stone</a:t>
            </a: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DA4AC3A0-F3FD-EF24-DEE5-6FF7FE848CDF}"/>
              </a:ext>
            </a:extLst>
          </p:cNvPr>
          <p:cNvSpPr/>
          <p:nvPr userDrawn="1"/>
        </p:nvSpPr>
        <p:spPr>
          <a:xfrm>
            <a:off x="-3685662" y="-3685663"/>
            <a:ext cx="7371327" cy="7371327"/>
          </a:xfrm>
          <a:prstGeom prst="ellipse">
            <a:avLst/>
          </a:prstGeom>
          <a:noFill/>
          <a:ln w="0">
            <a:solidFill>
              <a:schemeClr val="bg1">
                <a:alpha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ES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9160003C-EB5B-8C53-16C5-246ABC3F2C2A}"/>
              </a:ext>
            </a:extLst>
          </p:cNvPr>
          <p:cNvSpPr/>
          <p:nvPr userDrawn="1"/>
        </p:nvSpPr>
        <p:spPr>
          <a:xfrm>
            <a:off x="8506336" y="3172336"/>
            <a:ext cx="7371327" cy="7371327"/>
          </a:xfrm>
          <a:prstGeom prst="ellipse">
            <a:avLst/>
          </a:prstGeom>
          <a:noFill/>
          <a:ln w="0">
            <a:solidFill>
              <a:schemeClr val="bg1">
                <a:alpha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E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29105297-29CB-D48D-A44E-8E0DDE6078A4}"/>
              </a:ext>
            </a:extLst>
          </p:cNvPr>
          <p:cNvSpPr/>
          <p:nvPr userDrawn="1"/>
        </p:nvSpPr>
        <p:spPr>
          <a:xfrm>
            <a:off x="3102053" y="768586"/>
            <a:ext cx="855834" cy="855834"/>
          </a:xfrm>
          <a:prstGeom prst="ellipse">
            <a:avLst/>
          </a:prstGeom>
          <a:solidFill>
            <a:schemeClr val="accent3"/>
          </a:solidFill>
          <a:ln>
            <a:noFill/>
          </a:ln>
          <a:effectLst>
            <a:outerShdw blurRad="546100" algn="ctr" rotWithShape="0">
              <a:schemeClr val="tx1">
                <a:alpha val="41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E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/>
              <a:ea typeface="+mn-ea"/>
              <a:cs typeface="+mn-cs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13E5CFB7-0F49-4D64-F9A9-5E2F5B29C81C}"/>
              </a:ext>
            </a:extLst>
          </p:cNvPr>
          <p:cNvSpPr/>
          <p:nvPr userDrawn="1"/>
        </p:nvSpPr>
        <p:spPr>
          <a:xfrm>
            <a:off x="8362835" y="5788712"/>
            <a:ext cx="555001" cy="555001"/>
          </a:xfrm>
          <a:prstGeom prst="ellipse">
            <a:avLst/>
          </a:prstGeom>
          <a:solidFill>
            <a:schemeClr val="accent5"/>
          </a:solidFill>
          <a:ln>
            <a:noFill/>
          </a:ln>
          <a:effectLst>
            <a:outerShdw blurRad="546100" algn="ctr" rotWithShape="0">
              <a:schemeClr val="tx1">
                <a:alpha val="41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E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93782896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11301573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100000">
              <a:schemeClr val="bg2">
                <a:alpha val="35000"/>
              </a:schemeClr>
            </a:gs>
            <a:gs pos="0">
              <a:schemeClr val="bg1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740" r:id="rId1"/>
    <p:sldLayoutId id="2147483719" r:id="rId2"/>
    <p:sldLayoutId id="2147483759" r:id="rId3"/>
    <p:sldLayoutId id="2147483762" r:id="rId4"/>
    <p:sldLayoutId id="2147483760" r:id="rId5"/>
    <p:sldLayoutId id="2147483751" r:id="rId6"/>
    <p:sldLayoutId id="2147483769" r:id="rId7"/>
    <p:sldLayoutId id="2147483750" r:id="rId8"/>
    <p:sldLayoutId id="2147483755" r:id="rId9"/>
    <p:sldLayoutId id="2147483753" r:id="rId10"/>
    <p:sldLayoutId id="2147483758" r:id="rId11"/>
    <p:sldLayoutId id="2147483761" r:id="rId12"/>
    <p:sldLayoutId id="2147483757" r:id="rId13"/>
    <p:sldLayoutId id="2147483754" r:id="rId14"/>
    <p:sldLayoutId id="2147483756" r:id="rId15"/>
    <p:sldLayoutId id="2147483768" r:id="rId16"/>
    <p:sldLayoutId id="2147483767" r:id="rId17"/>
    <p:sldLayoutId id="2147483775" r:id="rId18"/>
    <p:sldLayoutId id="2147483763" r:id="rId19"/>
    <p:sldLayoutId id="2147483765" r:id="rId20"/>
    <p:sldLayoutId id="2147483764" r:id="rId21"/>
    <p:sldLayoutId id="2147483766" r:id="rId22"/>
    <p:sldLayoutId id="2147483774" r:id="rId23"/>
    <p:sldLayoutId id="2147483680" r:id="rId24"/>
    <p:sldLayoutId id="2147483733" r:id="rId25"/>
    <p:sldLayoutId id="2147483734" r:id="rId26"/>
    <p:sldLayoutId id="2147483670" r:id="rId27"/>
    <p:sldLayoutId id="2147483672" r:id="rId28"/>
    <p:sldLayoutId id="2147483674" r:id="rId29"/>
    <p:sldLayoutId id="2147483746" r:id="rId30"/>
    <p:sldLayoutId id="2147483747" r:id="rId31"/>
    <p:sldLayoutId id="2147483697" r:id="rId32"/>
    <p:sldLayoutId id="2147483745" r:id="rId33"/>
    <p:sldLayoutId id="2147483776" r:id="rId3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1" i="0" kern="1200" cap="none">
          <a:solidFill>
            <a:schemeClr val="accent1"/>
          </a:solidFill>
          <a:effectLst/>
          <a:latin typeface="+mj-lt"/>
          <a:ea typeface="+mj-ea"/>
          <a:cs typeface="Calibri" panose="020F0502020204030204" pitchFamily="34" charset="0"/>
        </a:defRPr>
      </a:lvl1pPr>
    </p:titleStyle>
    <p:bodyStyle>
      <a:lvl1pPr marL="0" indent="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None/>
        <a:defRPr sz="1100" kern="1200">
          <a:solidFill>
            <a:schemeClr val="tx1"/>
          </a:solidFill>
          <a:effectLst/>
          <a:latin typeface="+mn-lt"/>
          <a:ea typeface="+mn-ea"/>
          <a:cs typeface="Calibri Light" panose="020F0302020204030204" pitchFamily="34" charset="0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2"/>
        </a:buClr>
        <a:buSzPct val="100000"/>
        <a:buFont typeface="Arial" panose="020B0604020202020204" pitchFamily="34" charset="0"/>
        <a:buChar char="•"/>
        <a:defRPr sz="1100" kern="1200" cap="none" baseline="0">
          <a:solidFill>
            <a:schemeClr val="tx1"/>
          </a:solidFill>
          <a:effectLst/>
          <a:latin typeface="+mn-lt"/>
          <a:ea typeface="+mn-ea"/>
          <a:cs typeface="Calibri Light" panose="020F0302020204030204" pitchFamily="34" charset="0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Courier New" panose="02070309020205020404" pitchFamily="49" charset="0"/>
        <a:buChar char="o"/>
        <a:defRPr sz="1100" kern="1200">
          <a:solidFill>
            <a:schemeClr val="tx1"/>
          </a:solidFill>
          <a:effectLst/>
          <a:latin typeface="+mn-lt"/>
          <a:ea typeface="+mn-ea"/>
          <a:cs typeface="Calibri Light" panose="020F0302020204030204" pitchFamily="34" charset="0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>
            <a:lumMod val="50000"/>
            <a:lumOff val="50000"/>
          </a:schemeClr>
        </a:buClr>
        <a:buSzPct val="100000"/>
        <a:buFont typeface="Arial" panose="020B0604020202020204" pitchFamily="34" charset="0"/>
        <a:buChar char="•"/>
        <a:defRPr sz="1100" kern="1200" cap="none" baseline="0">
          <a:solidFill>
            <a:schemeClr val="tx1"/>
          </a:solidFill>
          <a:effectLst/>
          <a:latin typeface="+mn-lt"/>
          <a:ea typeface="+mn-ea"/>
          <a:cs typeface="Calibri Light" panose="020F0302020204030204" pitchFamily="34" charset="0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>
            <a:lumMod val="50000"/>
            <a:lumOff val="50000"/>
          </a:schemeClr>
        </a:buClr>
        <a:buSzPct val="100000"/>
        <a:buFont typeface="Wingdings" panose="05000000000000000000" pitchFamily="2" charset="2"/>
        <a:buChar char="§"/>
        <a:defRPr sz="1100" kern="1200">
          <a:solidFill>
            <a:schemeClr val="tx1"/>
          </a:solidFill>
          <a:effectLst/>
          <a:latin typeface="+mn-lt"/>
          <a:ea typeface="+mn-ea"/>
          <a:cs typeface="Calibri Light" panose="020F0302020204030204" pitchFamily="34" charset="0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93" userDrawn="1">
          <p15:clr>
            <a:srgbClr val="F26B43"/>
          </p15:clr>
        </p15:guide>
        <p15:guide id="2" orient="horz" pos="300" userDrawn="1">
          <p15:clr>
            <a:srgbClr val="F26B43"/>
          </p15:clr>
        </p15:guide>
      </p15:sldGuideLst>
    </p:ext>
  </p:extLst>
</p:sldMaster>
</file>

<file path=ppt/theme/theme1.xml><?xml version="1.0" encoding="utf-8"?>
<a:theme xmlns:a="http://schemas.openxmlformats.org/drawingml/2006/main" name="Gallery">
  <a:themeElements>
    <a:clrScheme name="Custom 6">
      <a:dk1>
        <a:sysClr val="windowText" lastClr="000000"/>
      </a:dk1>
      <a:lt1>
        <a:sysClr val="window" lastClr="FFFFFF"/>
      </a:lt1>
      <a:dk2>
        <a:srgbClr val="272774"/>
      </a:dk2>
      <a:lt2>
        <a:srgbClr val="F5E2DA"/>
      </a:lt2>
      <a:accent1>
        <a:srgbClr val="272774"/>
      </a:accent1>
      <a:accent2>
        <a:srgbClr val="EBC4B4"/>
      </a:accent2>
      <a:accent3>
        <a:srgbClr val="4182FF"/>
      </a:accent3>
      <a:accent4>
        <a:srgbClr val="FFDD77"/>
      </a:accent4>
      <a:accent5>
        <a:srgbClr val="7DDEB8"/>
      </a:accent5>
      <a:accent6>
        <a:srgbClr val="B880FF"/>
      </a:accent6>
      <a:hlink>
        <a:srgbClr val="4182FF"/>
      </a:hlink>
      <a:folHlink>
        <a:srgbClr val="B880FF"/>
      </a:folHlink>
    </a:clrScheme>
    <a:fontScheme name="AC">
      <a:majorFont>
        <a:latin typeface="Century Gothic"/>
        <a:ea typeface=""/>
        <a:cs typeface=""/>
      </a:majorFont>
      <a:minorFont>
        <a:latin typeface="Century Gothic"/>
        <a:ea typeface=""/>
        <a:cs typeface="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maris Consulting PowerPoint Blank" id="{A094B1B1-3247-1746-B809-383E1B082451}" vid="{3D5BEC03-A731-064B-B783-09DA5698BCB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1122F80BD019A4B9A525B2102A661A5" ma:contentTypeVersion="15" ma:contentTypeDescription="Create a new document." ma:contentTypeScope="" ma:versionID="4e6513b83044af0c07729412781241d6">
  <xsd:schema xmlns:xsd="http://www.w3.org/2001/XMLSchema" xmlns:xs="http://www.w3.org/2001/XMLSchema" xmlns:p="http://schemas.microsoft.com/office/2006/metadata/properties" xmlns:ns2="fd841820-0fc9-4155-8dcf-927a8ab2f6a2" xmlns:ns3="428313aa-8ab6-448c-8e06-6e7d0bc0bb23" targetNamespace="http://schemas.microsoft.com/office/2006/metadata/properties" ma:root="true" ma:fieldsID="2e1db714c7bc587eb2a0feb8a0da94b8" ns2:_="" ns3:_="">
    <xsd:import namespace="fd841820-0fc9-4155-8dcf-927a8ab2f6a2"/>
    <xsd:import namespace="428313aa-8ab6-448c-8e06-6e7d0bc0bb2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MediaServiceSearchProperties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d841820-0fc9-4155-8dcf-927a8ab2f6a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2cdca834-c081-4a8d-98be-8b726a06517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BillingMetadata" ma:index="22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28313aa-8ab6-448c-8e06-6e7d0bc0bb23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0" nillable="true" ma:displayName="Taxonomy Catch All Column" ma:hidden="true" ma:list="{0623fa71-ae96-4c8b-86e5-b0d805499e7e}" ma:internalName="TaxCatchAll" ma:showField="CatchAllData" ma:web="428313aa-8ab6-448c-8e06-6e7d0bc0bb2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428313aa-8ab6-448c-8e06-6e7d0bc0bb23" xsi:nil="true"/>
    <lcf76f155ced4ddcb4097134ff3c332f xmlns="fd841820-0fc9-4155-8dcf-927a8ab2f6a2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16127E4F-4CF2-4370-AAED-A2F8700519F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927CAE1-09EA-4529-91A0-680B8901D1AA}">
  <ds:schemaRefs>
    <ds:schemaRef ds:uri="428313aa-8ab6-448c-8e06-6e7d0bc0bb23"/>
    <ds:schemaRef ds:uri="fd841820-0fc9-4155-8dcf-927a8ab2f6a2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6CE0C8B4-CB5A-426A-A3AD-0F3C8E4530BF}">
  <ds:schemaRefs>
    <ds:schemaRef ds:uri="http://www.w3.org/XML/1998/namespace"/>
    <ds:schemaRef ds:uri="http://schemas.microsoft.com/office/2006/documentManagement/types"/>
    <ds:schemaRef ds:uri="fd841820-0fc9-4155-8dcf-927a8ab2f6a2"/>
    <ds:schemaRef ds:uri="http://purl.org/dc/elements/1.1/"/>
    <ds:schemaRef ds:uri="http://purl.org/dc/dcmitype/"/>
    <ds:schemaRef ds:uri="http://schemas.microsoft.com/office/infopath/2007/PartnerControls"/>
    <ds:schemaRef ds:uri="http://purl.org/dc/terms/"/>
    <ds:schemaRef ds:uri="http://schemas.openxmlformats.org/package/2006/metadata/core-properties"/>
    <ds:schemaRef ds:uri="428313aa-8ab6-448c-8e06-6e7d0bc0bb23"/>
    <ds:schemaRef ds:uri="http://schemas.microsoft.com/office/2006/metadata/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32</TotalTime>
  <Words>565</Words>
  <Application>Microsoft Office PowerPoint</Application>
  <PresentationFormat>Widescreen</PresentationFormat>
  <Paragraphs>255</Paragraphs>
  <Slides>23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0" baseType="lpstr">
      <vt:lpstr>Arial</vt:lpstr>
      <vt:lpstr>Calibri</vt:lpstr>
      <vt:lpstr>Calibri Light</vt:lpstr>
      <vt:lpstr>Century Gothic</vt:lpstr>
      <vt:lpstr>Courier New</vt:lpstr>
      <vt:lpstr>Wingdings</vt:lpstr>
      <vt:lpstr>Gallery</vt:lpstr>
      <vt:lpstr>PowerPoint Presentation</vt:lpstr>
      <vt:lpstr>Small text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Information</vt:lpstr>
      <vt:lpstr>PowerPoint Presentation</vt:lpstr>
      <vt:lpstr>PowerPoint Presentation</vt:lpstr>
      <vt:lpstr>Title</vt:lpstr>
      <vt:lpstr>PowerPoint Presentation</vt:lpstr>
      <vt:lpstr>PowerPoint Presentation</vt:lpstr>
      <vt:lpstr>TAKEAWAYS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Zulema Santana</dc:creator>
  <cp:lastModifiedBy>ELMÚDESI María Rebeca</cp:lastModifiedBy>
  <cp:revision>97</cp:revision>
  <dcterms:created xsi:type="dcterms:W3CDTF">2025-01-20T13:03:45Z</dcterms:created>
  <dcterms:modified xsi:type="dcterms:W3CDTF">2026-09-17T13:10:36Z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0x01010061122F80BD019A4B9A525B2102A661A5</vt:lpwstr>
  </property>
  <property fmtid="{D5CDD505-2E9C-101B-9397-08002B2CF9AE}" pid="3" name="_dlc_DocIdItemGuid">
    <vt:lpwstr>b20cf154-3aa3-47cb-8b64-2baaf0f1d107</vt:lpwstr>
  </property>
  <property fmtid="{D5CDD505-2E9C-101B-9397-08002B2CF9AE}" pid="4" name="MediaServiceImageTags">
    <vt:lpwstr/>
  </property>
</Properties>
</file>